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IBM Plex Sans"/>
      <p:regular r:id="rId26"/>
      <p:bold r:id="rId27"/>
      <p:italic r:id="rId28"/>
      <p:boldItalic r:id="rId29"/>
    </p:embeddedFont>
    <p:embeddedFont>
      <p:font typeface="Sora SemiBold"/>
      <p:regular r:id="rId30"/>
      <p:bold r:id="rId31"/>
    </p:embeddedFont>
    <p:embeddedFont>
      <p:font typeface="IBM Plex Sans Medium"/>
      <p:regular r:id="rId32"/>
      <p:bold r:id="rId33"/>
      <p:italic r:id="rId34"/>
      <p:boldItalic r:id="rId35"/>
    </p:embeddedFont>
    <p:embeddedFont>
      <p:font typeface="Sora Light"/>
      <p:regular r:id="rId36"/>
      <p:bold r:id="rId37"/>
    </p:embeddedFont>
    <p:embeddedFont>
      <p:font typeface="Sora ExtraLight"/>
      <p:regular r:id="rId38"/>
      <p:bold r:id="rId39"/>
    </p:embeddedFont>
    <p:embeddedFont>
      <p:font typeface="Sora"/>
      <p:regular r:id="rId40"/>
      <p:bold r:id="rId41"/>
    </p:embeddedFont>
    <p:embeddedFont>
      <p:font typeface="Sora Medium"/>
      <p:regular r:id="rId42"/>
      <p:bold r:id="rId43"/>
    </p:embeddedFont>
    <p:embeddedFont>
      <p:font typeface="IBM Plex Sans SemiBold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Sora-regular.fntdata"/><Relationship Id="rId42" Type="http://schemas.openxmlformats.org/officeDocument/2006/relationships/font" Target="fonts/SoraMedium-regular.fntdata"/><Relationship Id="rId41" Type="http://schemas.openxmlformats.org/officeDocument/2006/relationships/font" Target="fonts/Sora-bold.fntdata"/><Relationship Id="rId44" Type="http://schemas.openxmlformats.org/officeDocument/2006/relationships/font" Target="fonts/IBMPlexSansSemiBold-regular.fntdata"/><Relationship Id="rId43" Type="http://schemas.openxmlformats.org/officeDocument/2006/relationships/font" Target="fonts/SoraMedium-bold.fntdata"/><Relationship Id="rId46" Type="http://schemas.openxmlformats.org/officeDocument/2006/relationships/font" Target="fonts/IBMPlexSansSemiBold-italic.fntdata"/><Relationship Id="rId45" Type="http://schemas.openxmlformats.org/officeDocument/2006/relationships/font" Target="fonts/IBMPlexSansSemi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7" Type="http://schemas.openxmlformats.org/officeDocument/2006/relationships/font" Target="fonts/IBMPlexSansSemi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SoraSemiBold-bold.fntdata"/><Relationship Id="rId30" Type="http://schemas.openxmlformats.org/officeDocument/2006/relationships/font" Target="fonts/SoraSemiBold-regular.fntdata"/><Relationship Id="rId33" Type="http://schemas.openxmlformats.org/officeDocument/2006/relationships/font" Target="fonts/IBMPlexSansMedium-bold.fntdata"/><Relationship Id="rId32" Type="http://schemas.openxmlformats.org/officeDocument/2006/relationships/font" Target="fonts/IBMPlexSansMedium-regular.fntdata"/><Relationship Id="rId35" Type="http://schemas.openxmlformats.org/officeDocument/2006/relationships/font" Target="fonts/IBMPlexSansMedium-boldItalic.fntdata"/><Relationship Id="rId34" Type="http://schemas.openxmlformats.org/officeDocument/2006/relationships/font" Target="fonts/IBMPlexSansMedium-italic.fntdata"/><Relationship Id="rId37" Type="http://schemas.openxmlformats.org/officeDocument/2006/relationships/font" Target="fonts/SoraLight-bold.fntdata"/><Relationship Id="rId36" Type="http://schemas.openxmlformats.org/officeDocument/2006/relationships/font" Target="fonts/SoraLight-regular.fntdata"/><Relationship Id="rId39" Type="http://schemas.openxmlformats.org/officeDocument/2006/relationships/font" Target="fonts/SoraExtraLight-bold.fntdata"/><Relationship Id="rId38" Type="http://schemas.openxmlformats.org/officeDocument/2006/relationships/font" Target="fonts/SoraExtraLight-regular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font" Target="fonts/IBMPlexSans-regular.fntdata"/><Relationship Id="rId25" Type="http://schemas.openxmlformats.org/officeDocument/2006/relationships/slide" Target="slides/slide20.xml"/><Relationship Id="rId28" Type="http://schemas.openxmlformats.org/officeDocument/2006/relationships/font" Target="fonts/IBMPlexSans-italic.fntdata"/><Relationship Id="rId27" Type="http://schemas.openxmlformats.org/officeDocument/2006/relationships/font" Target="fonts/IBMPlexSans-bold.fntdata"/><Relationship Id="rId29" Type="http://schemas.openxmlformats.org/officeDocument/2006/relationships/font" Target="fonts/IBMPlex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3d8e5bf270e_0_8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3d8e5bf270e_0_8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3d8e5bf270e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" name="Google Shape;893;g3d8e5bf270e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3d8e5bf270e_0_9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Google Shape;900;g3d8e5bf270e_0_9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3d8e5bf270e_0_10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3d8e5bf270e_0_10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g3d8e5bf270e_0_10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5" name="Google Shape;925;g3d8e5bf270e_0_10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g3d8e5bf270e_0_1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9" name="Google Shape;989;g3d8e5bf270e_0_1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g3d8e5bf270e_0_1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9" name="Google Shape;999;g3d8e5bf270e_0_1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g3d8e5bf270e_0_1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7" name="Google Shape;1017;g3d8e5bf270e_0_1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g3d8e5bf270e_0_1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2" name="Google Shape;1042;g3d8e5bf270e_0_1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g3d8e5bf270e_0_1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6" name="Google Shape;1066;g3d8e5bf270e_0_1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g3d8e5bf270e_0_1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5" name="Google Shape;1095;g3d8e5bf270e_0_1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g3d8e5bf270e_0_1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8" name="Google Shape;1118;g3d8e5bf270e_0_1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g3d8e5bf270e_0_1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1" name="Google Shape;1141;g3d8e5bf270e_0_1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g3d8e5bf270e_0_1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2" name="Google Shape;1172;g3d8e5bf270e_0_1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g3d8e5bf270e_0_1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1" name="Google Shape;1191;g3d8e5bf270e_0_1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g3d8e5bf270e_0_1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1" name="Google Shape;1241;g3d8e5bf270e_0_1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g3d8e5bf270e_0_14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2" name="Google Shape;1302;g3d8e5bf270e_0_14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g3d8e5bf270e_0_14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8" name="Google Shape;1328;g3d8e5bf270e_0_14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3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g3d8e5bf270e_0_14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5" name="Google Shape;1345;g3d8e5bf270e_0_14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g3d8e5bf270e_0_1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3" name="Google Shape;1353;g3d8e5bf270e_0_1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" name="Google Shape;12;p2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14" name="Google Shape;14;p2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15" name="Google Shape;15;p2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16" name="Google Shape;16;p2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17" name="Google Shape;17;p2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18" name="Google Shape;18;p2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9" name="Google Shape;19;p2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20" name="Google Shape;20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1" name="Google Shape;21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2" name="Google Shape;2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3" name="Google Shape;23;p2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24" name="Google Shape;2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5" name="Google Shape;25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6" name="Google Shape;26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7" name="Google Shape;27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8" name="Google Shape;28;p2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29" name="Google Shape;29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0" name="Google Shape;30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1" name="Google Shape;31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2" name="Google Shape;3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33" name="Google Shape;33;p2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34" name="Google Shape;3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5" name="Google Shape;35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36" name="Google Shape;36;p2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37" name="Google Shape;37;p2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3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3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40" name="Google Shape;40;p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41" name="Google Shape;41;p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42" name="Google Shape;42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3" name="Google Shape;43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4" name="Google Shape;44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5" name="Google Shape;45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6" name="Google Shape;46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47" name="Google Shape;47;p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48" name="Google Shape;48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" name="Google Shape;49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" name="Google Shape;50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" name="Google Shape;51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" name="Google Shape;52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" name="Google Shape;53;p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" name="Google Shape;54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" name="Google Shape;55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" name="Google Shape;56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" name="Google Shape;57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" name="Google Shape;58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9" name="Google Shape;59;p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60" name="Google Shape;60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1" name="Google Shape;61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" name="Google Shape;62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3" name="Google Shape;63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4" name="Google Shape;64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65" name="Google Shape;65;p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" name="Google Shape;66;p3"/>
          <p:cNvSpPr/>
          <p:nvPr/>
        </p:nvSpPr>
        <p:spPr>
          <a:xfrm flipH="1">
            <a:off x="12" y="3308203"/>
            <a:ext cx="9143963" cy="183531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1" y="26114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8" name="Google Shape;68;p3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" name="Google Shape;69;p3"/>
          <p:cNvSpPr/>
          <p:nvPr/>
        </p:nvSpPr>
        <p:spPr>
          <a:xfrm flipH="1" rot="-5400000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" name="Google Shape;70;p3"/>
          <p:cNvSpPr txBox="1"/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71" name="Google Shape;71;p3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2" name="Google Shape;72;p3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73" name="Google Shape;73;p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4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76" name="Google Shape;76;p4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77" name="Google Shape;77;p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8" name="Google Shape;78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9" name="Google Shape;79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" name="Google Shape;80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" name="Google Shape;81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2" name="Google Shape;82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3" name="Google Shape;83;p4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84" name="Google Shape;84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5" name="Google Shape;85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6" name="Google Shape;86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7" name="Google Shape;87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8" name="Google Shape;88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9" name="Google Shape;89;p4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0" name="Google Shape;90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1" name="Google Shape;91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2" name="Google Shape;92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3" name="Google Shape;93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" name="Google Shape;94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5" name="Google Shape;95;p4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96" name="Google Shape;96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" name="Google Shape;97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8" name="Google Shape;98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" name="Google Shape;99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" name="Google Shape;100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01" name="Google Shape;101;p4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02" name="Google Shape;102;p4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3" name="Google Shape;103;p4"/>
          <p:cNvSpPr/>
          <p:nvPr/>
        </p:nvSpPr>
        <p:spPr>
          <a:xfrm flipH="1">
            <a:off x="8423546" y="30872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rotWithShape="0" algn="bl" dir="7800000" dist="76200">
              <a:schemeClr val="accent1">
                <a:alpha val="27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4" name="Google Shape;104;p4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rotWithShape="0" algn="bl" dir="2700000" dist="28575">
              <a:schemeClr val="accent1">
                <a:alpha val="2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rotWithShape="0" algn="bl" dir="5400000" dist="38100">
              <a:schemeClr val="accent3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6" name="Google Shape;106;p4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07" name="Google Shape;107;p4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8" name="Google Shape;108;p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5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111" name="Google Shape;111;p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12" name="Google Shape;112;p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3" name="Google Shape;113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4" name="Google Shape;114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5" name="Google Shape;115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6" name="Google Shape;116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7" name="Google Shape;117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18" name="Google Shape;118;p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9" name="Google Shape;119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0" name="Google Shape;120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1" name="Google Shape;121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2" name="Google Shape;122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3" name="Google Shape;123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4" name="Google Shape;124;p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5" name="Google Shape;125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6" name="Google Shape;126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7" name="Google Shape;127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8" name="Google Shape;128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9" name="Google Shape;129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0" name="Google Shape;130;p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1" name="Google Shape;131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2" name="Google Shape;132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3" name="Google Shape;133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4" name="Google Shape;134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5" name="Google Shape;135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36" name="Google Shape;136;p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37" name="Google Shape;137;p5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138" name="Google Shape;138;p5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139" name="Google Shape;139;p5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0" name="Google Shape;140;p5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1" name="Google Shape;141;p5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2" name="Google Shape;142;p5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3" name="Google Shape;143;p5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144" name="Google Shape;14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5" name="Google Shape;14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6" name="Google Shape;14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7" name="Google Shape;14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8" name="Google Shape;148;p5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149" name="Google Shape;149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0" name="Google Shape;150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1" name="Google Shape;151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2" name="Google Shape;152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53" name="Google Shape;153;p5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154" name="Google Shape;15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5" name="Google Shape;15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6" name="Google Shape;15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7" name="Google Shape;15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158" name="Google Shape;158;p5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159" name="Google Shape;159;p5"/>
            <p:cNvSpPr/>
            <p:nvPr/>
          </p:nvSpPr>
          <p:spPr>
            <a:xfrm>
              <a:off x="1870575" y="-635"/>
              <a:ext cx="7300075" cy="4989625"/>
            </a:xfrm>
            <a:custGeom>
              <a:rect b="b" l="l" r="r" t="t"/>
              <a:pathLst>
                <a:path extrusionOk="0" h="199585" w="292003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160" name="Google Shape;160;p5"/>
            <p:cNvSpPr/>
            <p:nvPr/>
          </p:nvSpPr>
          <p:spPr>
            <a:xfrm>
              <a:off x="1870575" y="4089437"/>
              <a:ext cx="6285225" cy="1084025"/>
            </a:xfrm>
            <a:custGeom>
              <a:rect b="b" l="l" r="r" t="t"/>
              <a:pathLst>
                <a:path extrusionOk="0" h="43361" w="251409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161" name="Google Shape;161;p5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62" name="Google Shape;162;p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63" name="Google Shape;163;p5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64" name="Google Shape;164;p5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65" name="Google Shape;165;p5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BLANK_1_1_1_1_2"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8" name="Google Shape;168;p6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9" name="Google Shape;169;p6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0" name="Google Shape;170;p6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1" name="Google Shape;171;p6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72" name="Google Shape;172;p6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173" name="Google Shape;173;p6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6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6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6" name="Google Shape;176;p6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7" name="Google Shape;177;p6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8" name="Google Shape;178;p6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179" name="Google Shape;179;p6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180" name="Google Shape;180;p6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181" name="Google Shape;181;p6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2" name="Google Shape;182;p6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3" name="Google Shape;183;p6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">
  <p:cSld name="BLANK_1_1_1_1_1_1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fmla="val 4346562" name="adj1"/>
              <a:gd fmla="val 172543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6" name="Google Shape;186;p7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fmla="val 3282930" name="adj1"/>
              <a:gd fmla="val 147442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6008850" y="3120100"/>
            <a:ext cx="3135148" cy="202339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8" name="Google Shape;188;p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89" name="Google Shape;189;p7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/>
        </p:txBody>
      </p:sp>
      <p:sp>
        <p:nvSpPr>
          <p:cNvPr id="190" name="Google Shape;190;p7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91" name="Google Shape;191;p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">
  <p:cSld name="BLANK_1_1_1_1_1_1_1_2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194" name="Google Shape;194;p8"/>
          <p:cNvSpPr/>
          <p:nvPr/>
        </p:nvSpPr>
        <p:spPr>
          <a:xfrm>
            <a:off x="6818025" y="167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195" name="Google Shape;195;p8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196" name="Google Shape;196;p8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197" name="Google Shape;197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8" name="Google Shape;198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9" name="Google Shape;199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0" name="Google Shape;200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1" name="Google Shape;201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02" name="Google Shape;202;p8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203" name="Google Shape;203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4" name="Google Shape;204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6" name="Google Shape;206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7" name="Google Shape;207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208" name="Google Shape;208;p8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09" name="Google Shape;209;p8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0" name="Google Shape;210;p8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1" name="Google Shape;211;p8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2" name="Google Shape;212;p8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3" name="Google Shape;213;p8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4" name="Google Shape;214;p8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7" name="Google Shape;217;p9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8" name="Google Shape;218;p9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219" name="Google Shape;219;p9"/>
          <p:cNvSpPr txBox="1"/>
          <p:nvPr>
            <p:ph hasCustomPrompt="1"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0" name="Google Shape;220;p9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1_1_1_1_1_1_9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10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223" name="Google Shape;223;p10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224" name="Google Shape;224;p10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5" name="Google Shape;225;p10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6" name="Google Shape;226;p10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7" name="Google Shape;227;p10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8" name="Google Shape;228;p10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29" name="Google Shape;229;p10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230" name="Google Shape;230;p1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1" name="Google Shape;231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2" name="Google Shape;232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3" name="Google Shape;233;p10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34" name="Google Shape;234;p10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235" name="Google Shape;235;p1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6" name="Google Shape;236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7" name="Google Shape;237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8" name="Google Shape;238;p1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239" name="Google Shape;239;p1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0" name="Google Shape;240;p10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41" name="Google Shape;241;p1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2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4" name="Google Shape;244;p11"/>
          <p:cNvSpPr txBox="1"/>
          <p:nvPr>
            <p:ph idx="2" type="title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grpSp>
        <p:nvGrpSpPr>
          <p:cNvPr id="245" name="Google Shape;245;p11"/>
          <p:cNvGrpSpPr/>
          <p:nvPr/>
        </p:nvGrpSpPr>
        <p:grpSpPr>
          <a:xfrm flipH="1" rot="10800000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246" name="Google Shape;246;p11"/>
            <p:cNvSpPr/>
            <p:nvPr/>
          </p:nvSpPr>
          <p:spPr>
            <a:xfrm>
              <a:off x="4306084" y="4485495"/>
              <a:ext cx="4837921" cy="658008"/>
            </a:xfrm>
            <a:custGeom>
              <a:rect b="b" l="l" r="r" t="t"/>
              <a:pathLst>
                <a:path extrusionOk="0" fill="none" h="12217" w="89824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7" name="Google Shape;247;p11"/>
            <p:cNvSpPr/>
            <p:nvPr/>
          </p:nvSpPr>
          <p:spPr>
            <a:xfrm>
              <a:off x="4306084" y="3738493"/>
              <a:ext cx="4837921" cy="747038"/>
            </a:xfrm>
            <a:custGeom>
              <a:rect b="b" l="l" r="r" t="t"/>
              <a:pathLst>
                <a:path extrusionOk="0" fill="none" h="13870" w="89824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8" name="Google Shape;248;p11"/>
            <p:cNvSpPr/>
            <p:nvPr/>
          </p:nvSpPr>
          <p:spPr>
            <a:xfrm>
              <a:off x="4306084" y="2701610"/>
              <a:ext cx="4837921" cy="1036913"/>
            </a:xfrm>
            <a:custGeom>
              <a:rect b="b" l="l" r="r" t="t"/>
              <a:pathLst>
                <a:path extrusionOk="0" fill="none" h="19252" w="89824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49" name="Google Shape;249;p11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11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11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11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11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11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55" name="Google Shape;255;p11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256" name="Google Shape;256;p11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rect b="b" l="l" r="r" t="t"/>
              <a:pathLst>
                <a:path extrusionOk="0" h="140705" w="409856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257" name="Google Shape;257;p11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rect b="b" l="l" r="r" t="t"/>
              <a:pathLst>
                <a:path extrusionOk="0" h="140700" w="31649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258" name="Google Shape;258;p11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7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"/>
          <p:cNvSpPr/>
          <p:nvPr/>
        </p:nvSpPr>
        <p:spPr>
          <a:xfrm>
            <a:off x="5050850" y="3243900"/>
            <a:ext cx="4093093" cy="1899657"/>
          </a:xfrm>
          <a:custGeom>
            <a:rect b="b" l="l" r="r" t="t"/>
            <a:pathLst>
              <a:path extrusionOk="0" fill="none" h="54955" w="115714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6123025" y="-3887"/>
            <a:ext cx="3022650" cy="837525"/>
          </a:xfrm>
          <a:custGeom>
            <a:rect b="b" l="l" r="r" t="t"/>
            <a:pathLst>
              <a:path extrusionOk="0" h="33501" w="120906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rotWithShape="0" algn="bl" dir="5700000" dist="219075">
              <a:schemeClr val="lt2">
                <a:alpha val="40000"/>
              </a:schemeClr>
            </a:outerShdw>
          </a:effectLst>
        </p:spPr>
      </p:sp>
      <p:sp>
        <p:nvSpPr>
          <p:cNvPr id="262" name="Google Shape;262;p12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3" name="Google Shape;263;p12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4" name="Google Shape;264;p12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5" name="Google Shape;265;p12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6" name="Google Shape;266;p12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7" name="Google Shape;267;p12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8" name="Google Shape;268;p12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9" name="Google Shape;269;p12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2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1" name="Google Shape;271;p12"/>
          <p:cNvSpPr txBox="1"/>
          <p:nvPr>
            <p:ph idx="13" type="title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72" name="Google Shape;272;p12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3" name="Google Shape;273;p12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274" name="Google Shape;274;p12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5" name="Google Shape;275;p12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BLANK_1_1_1_1_1_1_1_1_1_1_7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/>
          <p:nvPr/>
        </p:nvSpPr>
        <p:spPr>
          <a:xfrm flipH="1" rot="-1079220">
            <a:off x="-2010221" y="4250160"/>
            <a:ext cx="4477637" cy="804981"/>
          </a:xfrm>
          <a:prstGeom prst="chord">
            <a:avLst>
              <a:gd fmla="val 2752926" name="adj1"/>
              <a:gd fmla="val 171935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78" name="Google Shape;278;p13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279" name="Google Shape;279;p13"/>
            <p:cNvSpPr/>
            <p:nvPr/>
          </p:nvSpPr>
          <p:spPr>
            <a:xfrm>
              <a:off x="675320" y="-5692564"/>
              <a:ext cx="1010925" cy="7239975"/>
            </a:xfrm>
            <a:custGeom>
              <a:rect b="b" l="l" r="r" t="t"/>
              <a:pathLst>
                <a:path extrusionOk="0" h="289599" w="40437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280" name="Google Shape;280;p13"/>
            <p:cNvSpPr/>
            <p:nvPr/>
          </p:nvSpPr>
          <p:spPr>
            <a:xfrm>
              <a:off x="670045" y="1494661"/>
              <a:ext cx="1026300" cy="2014450"/>
            </a:xfrm>
            <a:custGeom>
              <a:rect b="b" l="l" r="r" t="t"/>
              <a:pathLst>
                <a:path extrusionOk="0" h="80578" w="41052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281" name="Google Shape;281;p13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2" name="Google Shape;282;p13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3" name="Google Shape;283;p13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4" name="Google Shape;284;p13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5" name="Google Shape;285;p13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286" name="Google Shape;286;p13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7" name="Google Shape;287;p13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4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90" name="Google Shape;290;p14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91" name="Google Shape;291;p14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292" name="Google Shape;292;p14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293" name="Google Shape;29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4" name="Google Shape;29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5" name="Google Shape;29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6" name="Google Shape;296;p14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97" name="Google Shape;297;p14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298" name="Google Shape;298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9" name="Google Shape;299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0" name="Google Shape;300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1" name="Google Shape;301;p14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02" name="Google Shape;302;p14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303" name="Google Shape;30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4" name="Google Shape;30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5" name="Google Shape;30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6" name="Google Shape;306;p14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07" name="Google Shape;307;p14"/>
          <p:cNvSpPr/>
          <p:nvPr/>
        </p:nvSpPr>
        <p:spPr>
          <a:xfrm>
            <a:off x="5909401" y="-3350"/>
            <a:ext cx="3234589" cy="1736822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rotWithShape="0" algn="bl" dir="5400000" dist="19050">
              <a:schemeClr val="lt2">
                <a:alpha val="49000"/>
              </a:schemeClr>
            </a:outerShdw>
          </a:effectLst>
        </p:spPr>
      </p:sp>
      <p:sp>
        <p:nvSpPr>
          <p:cNvPr id="308" name="Google Shape;308;p14"/>
          <p:cNvSpPr/>
          <p:nvPr/>
        </p:nvSpPr>
        <p:spPr>
          <a:xfrm>
            <a:off x="8299949" y="73285"/>
            <a:ext cx="844041" cy="163145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309" name="Google Shape;309;p14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14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1" name="Google Shape;311;p14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2" name="Google Shape;312;p1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5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15" name="Google Shape;315;p1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6" name="Google Shape;316;p15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17" name="Google Shape;317;p1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_1_1_1_4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6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0" name="Google Shape;320;p16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1" name="Google Shape;321;p16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2" name="Google Shape;322;p16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3" name="Google Shape;323;p16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4" name="Google Shape;324;p16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5" name="Google Shape;325;p16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6" name="Google Shape;326;p16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7" name="Google Shape;327;p16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8" name="Google Shape;328;p16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9" name="Google Shape;329;p16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0" name="Google Shape;330;p16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1" name="Google Shape;331;p16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2" name="Google Shape;332;p16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3" name="Google Shape;333;p16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4" name="Google Shape;334;p16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5" name="Google Shape;335;p16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6" name="Google Shape;336;p16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7" name="Google Shape;337;p16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8" name="Google Shape;338;p16"/>
          <p:cNvSpPr txBox="1"/>
          <p:nvPr>
            <p:ph idx="19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39" name="Google Shape;339;p16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bg>
      <p:bgPr>
        <a:solidFill>
          <a:schemeClr val="lt1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7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42" name="Google Shape;342;p17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3" name="Google Shape;343;p17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4" name="Google Shape;344;p17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5" name="Google Shape;345;p17"/>
          <p:cNvSpPr txBox="1"/>
          <p:nvPr>
            <p:ph idx="4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46" name="Google Shape;346;p17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7" name="Google Shape;347;p17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8" name="Google Shape;348;p17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9" name="Google Shape;349;p17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0" name="Google Shape;350;p17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1" name="Google Shape;351;p17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2" name="Google Shape;352;p17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3" name="Google Shape;353;p17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4" name="Google Shape;354;p17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5" name="Google Shape;355;p17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6" name="Google Shape;356;p17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7" name="Google Shape;357;p17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8" name="Google Shape;358;p17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9" name="Google Shape;359;p17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0" name="Google Shape;360;p17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1" name="Google Shape;361;p17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bg>
      <p:bgPr>
        <a:solidFill>
          <a:schemeClr val="lt1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8"/>
          <p:cNvSpPr/>
          <p:nvPr/>
        </p:nvSpPr>
        <p:spPr>
          <a:xfrm flipH="1" rot="-5400000">
            <a:off x="1263236" y="2706539"/>
            <a:ext cx="1173845" cy="3700317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4" name="Google Shape;364;p18"/>
          <p:cNvSpPr/>
          <p:nvPr/>
        </p:nvSpPr>
        <p:spPr>
          <a:xfrm flipH="1">
            <a:off x="228605" y="3621311"/>
            <a:ext cx="3534079" cy="1522191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5" name="Google Shape;365;p18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66" name="Google Shape;366;p18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367" name="Google Shape;367;p18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368" name="Google Shape;368;p18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69" name="Google Shape;369;p18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0" name="Google Shape;370;p18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1" name="Google Shape;371;p18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2" name="Google Shape;372;p18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3" name="Google Shape;373;p18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374" name="Google Shape;374;p1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5" name="Google Shape;375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6" name="Google Shape;376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7" name="Google Shape;377;p18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8" name="Google Shape;378;p18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379" name="Google Shape;379;p1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0" name="Google Shape;380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1" name="Google Shape;381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2" name="Google Shape;382;p1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83" name="Google Shape;383;p18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4" name="Google Shape;384;p18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5" name="Google Shape;385;p18"/>
          <p:cNvSpPr/>
          <p:nvPr>
            <p:ph idx="3" type="pic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18"/>
          <p:cNvSpPr/>
          <p:nvPr>
            <p:ph idx="4" type="pic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7" name="Google Shape;387;p18"/>
          <p:cNvSpPr/>
          <p:nvPr>
            <p:ph idx="5" type="pic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8" name="Google Shape;388;p18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9" name="Google Shape;389;p18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0" name="Google Shape;390;p18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1" name="Google Shape;391;p18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92" name="Google Shape;392;p18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3" name="Google Shape;393;p18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4" name="Google Shape;394;p18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5" name="Google Shape;395;p18"/>
          <p:cNvSpPr txBox="1"/>
          <p:nvPr>
            <p:ph idx="16" type="title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96" name="Google Shape;396;p18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bg>
      <p:bgPr>
        <a:solidFill>
          <a:schemeClr val="lt1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9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9" name="Google Shape;399;p19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0" name="Google Shape;400;p19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1" name="Google Shape;401;p19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2" name="Google Shape;402;p19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3" name="Google Shape;403;p19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4" name="Google Shape;404;p19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5" name="Google Shape;405;p19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6" name="Google Shape;406;p19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7" name="Google Shape;407;p19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8" name="Google Shape;408;p19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9" name="Google Shape;409;p19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0" name="Google Shape;410;p19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1" name="Google Shape;411;p19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2" name="Google Shape;412;p19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3" name="Google Shape;413;p19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4" name="Google Shape;414;p19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15" name="Google Shape;415;p19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BLANK_1_1_1_1_1_1_1_1_1_1_2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0"/>
          <p:cNvSpPr/>
          <p:nvPr/>
        </p:nvSpPr>
        <p:spPr>
          <a:xfrm>
            <a:off x="8210550" y="-7150"/>
            <a:ext cx="945375" cy="1453000"/>
          </a:xfrm>
          <a:custGeom>
            <a:rect b="b" l="l" r="r" t="t"/>
            <a:pathLst>
              <a:path extrusionOk="0" h="58120" w="37815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18" name="Google Shape;418;p20"/>
          <p:cNvSpPr/>
          <p:nvPr/>
        </p:nvSpPr>
        <p:spPr>
          <a:xfrm>
            <a:off x="4614025" y="-6850"/>
            <a:ext cx="3659250" cy="1404775"/>
          </a:xfrm>
          <a:custGeom>
            <a:rect b="b" l="l" r="r" t="t"/>
            <a:pathLst>
              <a:path extrusionOk="0" h="56191" w="14637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419" name="Google Shape;419;p20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20" name="Google Shape;420;p2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21" name="Google Shape;421;p20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2" name="Google Shape;422;p20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3" name="Google Shape;423;p20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4" name="Google Shape;424;p20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5" name="Google Shape;425;p20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6" name="Google Shape;426;p20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7" name="Google Shape;427;p20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8" name="Google Shape;428;p20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9" name="Google Shape;429;p20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30" name="Google Shape;430;p20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1" name="Google Shape;431;p20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1_1_1_1_1_1_2_1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3" name="Google Shape;433;p21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34" name="Google Shape;434;p21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35" name="Google Shape;435;p21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6" name="Google Shape;436;p21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7" name="Google Shape;437;p21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8" name="Google Shape;438;p21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9" name="Google Shape;439;p21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0" name="Google Shape;440;p21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41" name="Google Shape;441;p21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2" name="Google Shape;442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3" name="Google Shape;443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4" name="Google Shape;444;p21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5" name="Google Shape;445;p21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46" name="Google Shape;446;p2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7" name="Google Shape;447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8" name="Google Shape;448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9" name="Google Shape;449;p2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50" name="Google Shape;450;p2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1" name="Google Shape;451;p21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2" name="Google Shape;452;p21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3" name="Google Shape;453;p21"/>
          <p:cNvSpPr txBox="1"/>
          <p:nvPr>
            <p:ph idx="2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54" name="Google Shape;454;p21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55" name="Google Shape;455;p21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sp>
        <p:nvSpPr>
          <p:cNvPr id="456" name="Google Shape;456;p21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BLANK_1_1_1_1_1_1_1_1_1_1_2_1_1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8" name="Google Shape;458;p22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59" name="Google Shape;459;p22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60" name="Google Shape;460;p22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1" name="Google Shape;461;p22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2" name="Google Shape;462;p22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3" name="Google Shape;463;p22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4" name="Google Shape;464;p22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65" name="Google Shape;465;p22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66" name="Google Shape;466;p2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7" name="Google Shape;467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8" name="Google Shape;468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9" name="Google Shape;469;p22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70" name="Google Shape;470;p22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71" name="Google Shape;471;p2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2" name="Google Shape;472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3" name="Google Shape;473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4" name="Google Shape;474;p2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75" name="Google Shape;475;p22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6" name="Google Shape;476;p22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7" name="Google Shape;477;p22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78" name="Google Shape;478;p22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cxnSp>
        <p:nvCxnSpPr>
          <p:cNvPr id="479" name="Google Shape;479;p22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" name="Google Shape;480;p22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" name="Google Shape;481;p22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2" name="Google Shape;482;p22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3" name="Google Shape;483;p22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4" name="Google Shape;484;p22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5" name="Google Shape;485;p22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6" name="Google Shape;486;p22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7" name="Google Shape;487;p22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8" name="Google Shape;488;p22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9" name="Google Shape;489;p22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90" name="Google Shape;490;p22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1" name="Google Shape;491;p22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2" name="Google Shape;492;p22"/>
          <p:cNvSpPr txBox="1"/>
          <p:nvPr>
            <p:ph idx="13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93" name="Google Shape;493;p22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5" name="Google Shape;495;p23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496" name="Google Shape;496;p23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497" name="Google Shape;497;p23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498" name="Google Shape;498;p23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9" name="Google Shape;499;p23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0" name="Google Shape;500;p23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1" name="Google Shape;501;p23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2" name="Google Shape;502;p23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3" name="Google Shape;503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04" name="Google Shape;50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5" name="Google Shape;50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6" name="Google Shape;50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7" name="Google Shape;50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8" name="Google Shape;50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9" name="Google Shape;509;p23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510" name="Google Shape;510;p23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1" name="Google Shape;51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2" name="Google Shape;51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3" name="Google Shape;51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4" name="Google Shape;51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15" name="Google Shape;515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16" name="Google Shape;51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7" name="Google Shape;51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8" name="Google Shape;518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9" name="Google Shape;519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20" name="Google Shape;520;p23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521" name="Google Shape;521;p23"/>
          <p:cNvGrpSpPr/>
          <p:nvPr/>
        </p:nvGrpSpPr>
        <p:grpSpPr>
          <a:xfrm flipH="1" rot="5400000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522" name="Google Shape;522;p2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23" name="Google Shape;523;p2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24" name="Google Shape;52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5" name="Google Shape;52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6" name="Google Shape;52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7" name="Google Shape;52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8" name="Google Shape;52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29" name="Google Shape;529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0" name="Google Shape;530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1" name="Google Shape;53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2" name="Google Shape;53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3" name="Google Shape;53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4" name="Google Shape;53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5" name="Google Shape;535;p2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6" name="Google Shape;53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7" name="Google Shape;53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8" name="Google Shape;538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9" name="Google Shape;539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0" name="Google Shape;540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41" name="Google Shape;541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2" name="Google Shape;542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3" name="Google Shape;543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4" name="Google Shape;544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5" name="Google Shape;545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6" name="Google Shape;546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47" name="Google Shape;547;p2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548" name="Google Shape;548;p23"/>
          <p:cNvSpPr/>
          <p:nvPr/>
        </p:nvSpPr>
        <p:spPr>
          <a:xfrm>
            <a:off x="6255775" y="3774250"/>
            <a:ext cx="2888225" cy="1369250"/>
          </a:xfrm>
          <a:custGeom>
            <a:rect b="b" l="l" r="r" t="t"/>
            <a:pathLst>
              <a:path extrusionOk="0" h="54770" w="115529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49" name="Google Shape;549;p23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fmla="val 5820070" name="adj1"/>
              <a:gd fmla="val 157845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50" name="Google Shape;550;p23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1" name="Google Shape;551;p23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2" name="Google Shape;552;p2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3" name="Google Shape;553;p23"/>
          <p:cNvSpPr txBox="1"/>
          <p:nvPr>
            <p:ph idx="3" type="title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54" name="Google Shape;554;p23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5" name="Google Shape;555;p23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6" name="Google Shape;556;p23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7" name="Google Shape;557;p23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8" name="Google Shape;558;p23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9" name="Google Shape;559;p23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0" name="Google Shape;560;p23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1" name="Google Shape;561;p23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2" name="Google Shape;562;p23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3" name="Google Shape;563;p23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4" name="Google Shape;564;p23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Persona Infographic">
  <p:cSld name="BLANK_1_1_1_1_1_1_1_1_1_1_1_1_3">
    <p:bg>
      <p:bgPr>
        <a:solidFill>
          <a:schemeClr val="lt1"/>
        </a:solid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4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67" name="Google Shape;567;p24"/>
          <p:cNvSpPr/>
          <p:nvPr>
            <p:ph idx="2" type="pic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568" name="Google Shape;568;p24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69" name="Google Shape;569;p24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0" name="Google Shape;570;p24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1" name="Google Shape;571;p24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2" name="Google Shape;572;p24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3" name="Google Shape;573;p24"/>
          <p:cNvSpPr txBox="1"/>
          <p:nvPr>
            <p:ph idx="6" type="title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574" name="Google Shape;574;p24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75" name="Google Shape;575;p24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6" name="Google Shape;576;p24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7" name="Google Shape;577;p24"/>
          <p:cNvSpPr txBox="1"/>
          <p:nvPr>
            <p:ph idx="13" type="subTitle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8" name="Google Shape;578;p24"/>
          <p:cNvSpPr txBox="1"/>
          <p:nvPr>
            <p:ph idx="14" type="subTitle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9" name="Google Shape;579;p24"/>
          <p:cNvSpPr txBox="1"/>
          <p:nvPr>
            <p:ph idx="15" type="subTitle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0" name="Google Shape;580;p24"/>
          <p:cNvSpPr txBox="1"/>
          <p:nvPr>
            <p:ph idx="16" type="subTitle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1" name="Google Shape;581;p24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2" name="Google Shape;582;p24"/>
          <p:cNvSpPr txBox="1"/>
          <p:nvPr>
            <p:ph idx="18" type="subTitle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3" name="Google Shape;583;p24"/>
          <p:cNvSpPr txBox="1"/>
          <p:nvPr>
            <p:ph idx="1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5"/>
          <p:cNvSpPr/>
          <p:nvPr/>
        </p:nvSpPr>
        <p:spPr>
          <a:xfrm flipH="1" rot="-8100000">
            <a:off x="4692650" y="965198"/>
            <a:ext cx="4843399" cy="24802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6" name="Google Shape;586;p25"/>
          <p:cNvSpPr/>
          <p:nvPr/>
        </p:nvSpPr>
        <p:spPr>
          <a:xfrm flipH="1" rot="10800000">
            <a:off x="4676692" y="3337812"/>
            <a:ext cx="4467295" cy="1685226"/>
          </a:xfrm>
          <a:custGeom>
            <a:rect b="b" l="l" r="r" t="t"/>
            <a:pathLst>
              <a:path extrusionOk="0" h="51371" w="119855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7" name="Google Shape;587;p25"/>
          <p:cNvSpPr/>
          <p:nvPr>
            <p:ph idx="2" type="pic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88" name="Google Shape;588;p25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89" name="Google Shape;589;p25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90" name="Google Shape;590;p2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1" name="Google Shape;591;p25"/>
          <p:cNvSpPr txBox="1"/>
          <p:nvPr>
            <p:ph idx="4" type="title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92" name="Google Shape;592;p25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">
  <p:cSld name="BLANK_1_1_1_1_1_1_1_1_1_1_1_1_1_1">
    <p:bg>
      <p:bgPr>
        <a:solidFill>
          <a:schemeClr val="lt1"/>
        </a:solidFill>
      </p:bgPr>
    </p:bg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4" name="Google Shape;594;p26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595" name="Google Shape;595;p26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596" name="Google Shape;596;p26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7" name="Google Shape;597;p26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8" name="Google Shape;598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599" name="Google Shape;599;p26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600" name="Google Shape;600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1" name="Google Shape;601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2" name="Google Shape;602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3" name="Google Shape;603;p26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604" name="Google Shape;604;p26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5" name="Google Shape;605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6" name="Google Shape;606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7" name="Google Shape;607;p26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608" name="Google Shape;608;p26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9" name="Google Shape;60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610" name="Google Shape;610;p26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611" name="Google Shape;611;p2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12" name="Google Shape;612;p26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3" name="Google Shape;613;p26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14" name="Google Shape;614;p26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15" name="Google Shape;615;p26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16" name="Google Shape;616;p26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7" name="Google Shape;617;p26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8" name="Google Shape;618;p26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9" name="Google Shape;619;p26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0" name="Google Shape;620;p26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1" name="Google Shape;621;p26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2" name="Google Shape;622;p26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Alt 1">
  <p:cSld name="BLANK_1_1_1_1_1_1_1_1_1_1_1_1_1_1_1">
    <p:bg>
      <p:bgPr>
        <a:solidFill>
          <a:schemeClr val="lt1"/>
        </a:solidFill>
      </p:bgPr>
    </p:bg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4" name="Google Shape;624;p27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625" name="Google Shape;625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26" name="Google Shape;626;p27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627" name="Google Shape;627;p2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8" name="Google Shape;628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29" name="Google Shape;629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30" name="Google Shape;630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1" name="Google Shape;631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2" name="Google Shape;632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33" name="Google Shape;633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34" name="Google Shape;63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5" name="Google Shape;63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36" name="Google Shape;636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37" name="Google Shape;637;p27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38" name="Google Shape;638;p27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39" name="Google Shape;639;p27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0" name="Google Shape;640;p27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1" name="Google Shape;641;p27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2" name="Google Shape;642;p27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3" name="Google Shape;643;p27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4" name="Google Shape;644;p27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5" name="Google Shape;645;p27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646" name="Google Shape;646;p27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647" name="Google Shape;647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48" name="Google Shape;648;p27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649" name="Google Shape;649;p27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650" name="Google Shape;650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1" name="Google Shape;651;p27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652" name="Google Shape;652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53" name="Google Shape;653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54" name="Google Shape;65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5" name="Google Shape;65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6" name="Google Shape;656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57" name="Google Shape;657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58" name="Google Shape;658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9" name="Google Shape;659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60" name="Google Shape;660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61" name="Google Shape;661;p27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2" name="Google Shape;662;p27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63" name="Google Shape;663;p27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664" name="Google Shape;664;p27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5" name="Google Shape;665;p27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6" name="Google Shape;666;p27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7" name="Google Shape;667;p27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68" name="Google Shape;668;p27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69" name="Google Shape;669;p27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0" name="Google Shape;670;p27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1" name="Google Shape;671;p27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2" name="Google Shape;672;p27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75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">
    <p:bg>
      <p:bgPr>
        <a:solidFill>
          <a:schemeClr val="lt1"/>
        </a:solidFill>
      </p:bgPr>
    </p:bg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28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5" name="Google Shape;675;p28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6" name="Google Shape;676;p28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7" name="Google Shape;677;p28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678" name="Google Shape;678;p28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679" name="Google Shape;679;p28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680" name="Google Shape;680;p28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1" name="Google Shape;681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2" name="Google Shape;682;p28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683" name="Google Shape;683;p28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4" name="Google Shape;684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5" name="Google Shape;685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6" name="Google Shape;68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7" name="Google Shape;687;p28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688" name="Google Shape;688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9" name="Google Shape;689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0" name="Google Shape;690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91" name="Google Shape;691;p28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692" name="Google Shape;692;p28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3" name="Google Shape;693;p28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4" name="Google Shape;694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5" name="Google Shape;695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6" name="Google Shape;69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697" name="Google Shape;697;p28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8" name="Google Shape;698;p28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9" name="Google Shape;699;p28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0" name="Google Shape;700;p28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1" name="Google Shape;701;p2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02" name="Google Shape;702;p28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03" name="Google Shape;703;p28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04" name="Google Shape;704;p28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5" name="Google Shape;705;p28"/>
          <p:cNvSpPr txBox="1"/>
          <p:nvPr>
            <p:ph idx="8" type="subTitle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6" name="Google Shape;706;p28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7" name="Google Shape;707;p28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8" name="Google Shape;708;p28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BLANK_1_1_1_1_1_1_1_1_1_1_1_1_1_1_1_2_1">
    <p:bg>
      <p:bgPr>
        <a:solidFill>
          <a:schemeClr val="lt1"/>
        </a:solid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29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1" name="Google Shape;711;p29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2" name="Google Shape;712;p29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3" name="Google Shape;713;p29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4" name="Google Shape;714;p29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15" name="Google Shape;715;p29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cxnSp>
        <p:nvCxnSpPr>
          <p:cNvPr id="716" name="Google Shape;716;p29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17" name="Google Shape;717;p29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18" name="Google Shape;718;p29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19" name="Google Shape;719;p29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0" name="Google Shape;720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1" name="Google Shape;721;p29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22" name="Google Shape;722;p29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3" name="Google Shape;723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4" name="Google Shape;724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5" name="Google Shape;72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6" name="Google Shape;726;p29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27" name="Google Shape;727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8" name="Google Shape;728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9" name="Google Shape;729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0" name="Google Shape;730;p29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31" name="Google Shape;731;p29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2" name="Google Shape;732;p29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3" name="Google Shape;733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4" name="Google Shape;734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5" name="Google Shape;73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36" name="Google Shape;736;p29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7" name="Google Shape;737;p29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8" name="Google Shape;738;p29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9" name="Google Shape;739;p29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0" name="Google Shape;740;p29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1" name="Google Shape;741;p29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2" name="Google Shape;742;p29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3" name="Google Shape;743;p29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4" name="Google Shape;744;p29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5" name="Google Shape;745;p29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6" name="Google Shape;746;p29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7" name="Google Shape;747;p29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8" name="Google Shape;748;p29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49" name="Google Shape;749;p29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 with caption">
  <p:cSld name="BLANK_1_1_1_1_1_1_1_1_1_1_1_1_1_1_1_1_1_1_2">
    <p:bg>
      <p:bgPr>
        <a:solidFill>
          <a:schemeClr val="lt1"/>
        </a:solidFill>
      </p:bgPr>
    </p:bg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30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52" name="Google Shape;752;p30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753" name="Google Shape;753;p30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754" name="Google Shape;754;p30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55" name="Google Shape;755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6" name="Google Shape;756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7" name="Google Shape;757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8" name="Google Shape;758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59" name="Google Shape;759;p30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760" name="Google Shape;760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1" name="Google Shape;76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2" name="Google Shape;76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3" name="Google Shape;76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4" name="Google Shape;76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65" name="Google Shape;765;p30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766" name="Google Shape;766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7" name="Google Shape;767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8" name="Google Shape;768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9" name="Google Shape;769;p30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70" name="Google Shape;770;p30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771" name="Google Shape;77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2" name="Google Shape;77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3" name="Google Shape;77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4" name="Google Shape;77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775" name="Google Shape;775;p30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76" name="Google Shape;776;p30"/>
          <p:cNvSpPr/>
          <p:nvPr>
            <p:ph idx="2" type="pic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7" name="Google Shape;777;p30"/>
          <p:cNvSpPr/>
          <p:nvPr>
            <p:ph idx="3" type="pic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8" name="Google Shape;778;p30"/>
          <p:cNvSpPr/>
          <p:nvPr>
            <p:ph idx="4" type="pic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9" name="Google Shape;779;p30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0" name="Google Shape;780;p30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1" name="Google Shape;781;p30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2" name="Google Shape;782;p30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3" name="Google Shape;783;p30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4" name="Google Shape;784;p30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5" name="Google Shape;785;p30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86" name="Google Shape;786;p30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3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89" name="Google Shape;789;p3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4" name="Google Shape;794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7" name="Google Shape;797;p3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98" name="Google Shape;798;p3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3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03" name="Google Shape;803;p3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3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3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08" name="Google Shape;808;p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09" name="Google Shape;809;p3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3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4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15" name="Google Shape;815;p4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6" name="Google Shape;816;p4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7" name="Google Shape;817;p4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8" name="Google Shape;818;p4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9" name="Google Shape;819;p4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20" name="Google Shape;820;p4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3" name="Google Shape;823;p4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4" name="Google Shape;824;p4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4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7" name="Google Shape;827;p4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8" name="Google Shape;828;p4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9" name="Google Shape;829;p4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0" name="Google Shape;830;p4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4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3" name="Google Shape;833;p4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4" name="Google Shape;834;p4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5" name="Google Shape;835;p4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6" name="Google Shape;836;p4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7" name="Google Shape;837;p4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8" name="Google Shape;838;p4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4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1" name="Google Shape;841;p4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2" name="Google Shape;842;p4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3" name="Google Shape;843;p4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4" name="Google Shape;844;p4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5" name="Google Shape;845;p4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6" name="Google Shape;846;p4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7" name="Google Shape;847;p4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8" name="Google Shape;848;p4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1" name="Google Shape;851;p4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4" name="Google Shape;854;p4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5" name="Google Shape;855;p4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6" name="Google Shape;856;p4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7" name="Google Shape;857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8" name="Google Shape;858;p4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59" name="Google Shape;859;p4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4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2" name="Google Shape;862;p4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3" name="Google Shape;863;p4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4" name="Google Shape;864;p4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5" name="Google Shape;865;p4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6" name="Google Shape;866;p4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7" name="Google Shape;867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8" name="Google Shape;868;p4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69" name="Google Shape;869;p4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70" name="Google Shape;870;p4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4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5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5" name="Google Shape;875;p5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6" name="Google Shape;876;p5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7" name="Google Shape;877;p5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8" name="Google Shape;878;p5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9" name="Google Shape;879;p5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0" name="Google Shape;880;p5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1" name="Google Shape;881;p5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2" name="Google Shape;882;p5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3" name="Google Shape;883;p5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0" Type="http://schemas.openxmlformats.org/officeDocument/2006/relationships/theme" Target="../theme/theme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jpg"/><Relationship Id="rId4" Type="http://schemas.openxmlformats.org/officeDocument/2006/relationships/image" Target="../media/image7.jpg"/><Relationship Id="rId5" Type="http://schemas.openxmlformats.org/officeDocument/2006/relationships/image" Target="../media/image6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51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CAPSTONE DEMO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89" name="Google Shape;889;p51"/>
          <p:cNvSpPr txBox="1"/>
          <p:nvPr>
            <p:ph type="title"/>
          </p:nvPr>
        </p:nvSpPr>
        <p:spPr>
          <a:xfrm>
            <a:off x="74600" y="2891050"/>
            <a:ext cx="73176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900">
                <a:solidFill>
                  <a:schemeClr val="dk2"/>
                </a:solidFill>
              </a:rPr>
              <a:t>Mobile App/Enclosure</a:t>
            </a:r>
            <a:endParaRPr sz="4900">
              <a:solidFill>
                <a:schemeClr val="dk2"/>
              </a:solidFill>
            </a:endParaRPr>
          </a:p>
        </p:txBody>
      </p:sp>
      <p:sp>
        <p:nvSpPr>
          <p:cNvPr id="890" name="Google Shape;890;p51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Serene Singh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52"/>
          <p:cNvSpPr txBox="1"/>
          <p:nvPr>
            <p:ph type="title"/>
          </p:nvPr>
        </p:nvSpPr>
        <p:spPr>
          <a:xfrm>
            <a:off x="38100" y="1597350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Purpose of the Mobile App</a:t>
            </a:r>
            <a:endParaRPr sz="3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</p:txBody>
      </p:sp>
      <p:sp>
        <p:nvSpPr>
          <p:cNvPr id="896" name="Google Shape;896;p52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897" name="Google Shape;897;p52"/>
          <p:cNvSpPr txBox="1"/>
          <p:nvPr>
            <p:ph idx="4294967295" type="body"/>
          </p:nvPr>
        </p:nvSpPr>
        <p:spPr>
          <a:xfrm>
            <a:off x="144000" y="2386025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Provide an easy way to connect, create, and transmit user-defined waveforms. 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Sora Light"/>
              <a:buChar char="-"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Built using Flutter which allows cross platform support on IOS, Android, and PC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53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  <p:sp>
        <p:nvSpPr>
          <p:cNvPr id="903" name="Google Shape;903;p53"/>
          <p:cNvSpPr txBox="1"/>
          <p:nvPr>
            <p:ph idx="5" type="subTitle"/>
          </p:nvPr>
        </p:nvSpPr>
        <p:spPr>
          <a:xfrm>
            <a:off x="3468175" y="2421548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BM Plex Sans Medium"/>
                <a:ea typeface="IBM Plex Sans Medium"/>
                <a:cs typeface="IBM Plex Sans Medium"/>
                <a:sym typeface="IBM Plex Sans Medium"/>
              </a:rPr>
              <a:t>Send</a:t>
            </a:r>
            <a:endParaRPr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rPr lang="en" sz="1000"/>
              <a:t>For example, mention the project kickoff, the first delivery, </a:t>
            </a:r>
            <a:r>
              <a:rPr lang="en" sz="1000"/>
              <a:t>go</a:t>
            </a:r>
            <a:r>
              <a:rPr lang="en" sz="1000"/>
              <a:t>-live date, etc.</a:t>
            </a:r>
            <a:endParaRPr sz="1000"/>
          </a:p>
        </p:txBody>
      </p:sp>
      <p:sp>
        <p:nvSpPr>
          <p:cNvPr id="904" name="Google Shape;904;p53"/>
          <p:cNvSpPr txBox="1"/>
          <p:nvPr>
            <p:ph idx="3" type="subTitle"/>
          </p:nvPr>
        </p:nvSpPr>
        <p:spPr>
          <a:xfrm>
            <a:off x="685225" y="24205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 Medium"/>
                <a:ea typeface="Sora Medium"/>
                <a:cs typeface="Sora Medium"/>
                <a:sym typeface="Sora Medium"/>
              </a:rPr>
              <a:t>Connect</a:t>
            </a:r>
            <a:endParaRPr>
              <a:latin typeface="Sora Medium"/>
              <a:ea typeface="Sora Medium"/>
              <a:cs typeface="Sora Medium"/>
              <a:sym typeface="Sora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rPr lang="en" sz="1000"/>
              <a:t>Connect via BLE</a:t>
            </a:r>
            <a:endParaRPr sz="1000"/>
          </a:p>
        </p:txBody>
      </p:sp>
      <p:sp>
        <p:nvSpPr>
          <p:cNvPr id="905" name="Google Shape;905;p53"/>
          <p:cNvSpPr txBox="1"/>
          <p:nvPr>
            <p:ph idx="4" type="subTitle"/>
          </p:nvPr>
        </p:nvSpPr>
        <p:spPr>
          <a:xfrm>
            <a:off x="2076763" y="2420524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 Medium"/>
                <a:ea typeface="Sora Medium"/>
                <a:cs typeface="Sora Medium"/>
                <a:sym typeface="Sora Medium"/>
              </a:rPr>
              <a:t>Configure</a:t>
            </a:r>
            <a:endParaRPr>
              <a:latin typeface="Sora Medium"/>
              <a:ea typeface="Sora Medium"/>
              <a:cs typeface="Sora Medium"/>
              <a:sym typeface="Sora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rPr lang="en" sz="1000"/>
              <a:t>Focus on key milestones, meetings and events.</a:t>
            </a:r>
            <a:endParaRPr sz="1000"/>
          </a:p>
        </p:txBody>
      </p:sp>
      <p:sp>
        <p:nvSpPr>
          <p:cNvPr id="906" name="Google Shape;906;p53"/>
          <p:cNvSpPr txBox="1"/>
          <p:nvPr>
            <p:ph idx="2" type="title"/>
          </p:nvPr>
        </p:nvSpPr>
        <p:spPr>
          <a:xfrm>
            <a:off x="115025" y="502775"/>
            <a:ext cx="54000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Simple User Experience</a:t>
            </a:r>
            <a:endParaRPr/>
          </a:p>
        </p:txBody>
      </p:sp>
      <p:sp>
        <p:nvSpPr>
          <p:cNvPr id="907" name="Google Shape;907;p53"/>
          <p:cNvSpPr/>
          <p:nvPr/>
        </p:nvSpPr>
        <p:spPr>
          <a:xfrm>
            <a:off x="678175" y="2387800"/>
            <a:ext cx="1395000" cy="32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08" name="Google Shape;908;p53"/>
          <p:cNvSpPr/>
          <p:nvPr/>
        </p:nvSpPr>
        <p:spPr>
          <a:xfrm>
            <a:off x="2073163" y="2387824"/>
            <a:ext cx="1395000" cy="32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09" name="Google Shape;909;p53"/>
          <p:cNvSpPr/>
          <p:nvPr/>
        </p:nvSpPr>
        <p:spPr>
          <a:xfrm>
            <a:off x="3464575" y="2388848"/>
            <a:ext cx="1395000" cy="3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10" name="Google Shape;910;p53"/>
          <p:cNvSpPr txBox="1"/>
          <p:nvPr>
            <p:ph idx="3" type="subTitle"/>
          </p:nvPr>
        </p:nvSpPr>
        <p:spPr>
          <a:xfrm>
            <a:off x="678175" y="1926200"/>
            <a:ext cx="1387800" cy="39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>
                <a:latin typeface="Sora Medium"/>
                <a:ea typeface="Sora Medium"/>
                <a:cs typeface="Sora Medium"/>
                <a:sym typeface="Sora Medium"/>
              </a:rPr>
              <a:t>Step 1</a:t>
            </a:r>
            <a:endParaRPr sz="1000"/>
          </a:p>
        </p:txBody>
      </p:sp>
      <p:sp>
        <p:nvSpPr>
          <p:cNvPr id="911" name="Google Shape;911;p53"/>
          <p:cNvSpPr txBox="1"/>
          <p:nvPr>
            <p:ph idx="3" type="subTitle"/>
          </p:nvPr>
        </p:nvSpPr>
        <p:spPr>
          <a:xfrm>
            <a:off x="2076763" y="1895424"/>
            <a:ext cx="1387800" cy="39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>
                <a:latin typeface="Sora Medium"/>
                <a:ea typeface="Sora Medium"/>
                <a:cs typeface="Sora Medium"/>
                <a:sym typeface="Sora Medium"/>
              </a:rPr>
              <a:t>Step 2</a:t>
            </a:r>
            <a:endParaRPr sz="1000"/>
          </a:p>
        </p:txBody>
      </p:sp>
      <p:sp>
        <p:nvSpPr>
          <p:cNvPr id="912" name="Google Shape;912;p53"/>
          <p:cNvSpPr txBox="1"/>
          <p:nvPr>
            <p:ph idx="3" type="subTitle"/>
          </p:nvPr>
        </p:nvSpPr>
        <p:spPr>
          <a:xfrm>
            <a:off x="3489925" y="1933148"/>
            <a:ext cx="1387800" cy="39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>
                <a:latin typeface="Sora Medium"/>
                <a:ea typeface="Sora Medium"/>
                <a:cs typeface="Sora Medium"/>
                <a:sym typeface="Sora Medium"/>
              </a:rPr>
              <a:t>Step 4</a:t>
            </a:r>
            <a:endParaRPr sz="1000"/>
          </a:p>
        </p:txBody>
      </p:sp>
      <p:pic>
        <p:nvPicPr>
          <p:cNvPr id="913" name="Google Shape;913;p53" title="app-removebg-preview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3075" y="1858447"/>
            <a:ext cx="1531642" cy="1426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54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Problem 1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Describe a problem or challenge currently affecting your </a:t>
            </a: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market</a:t>
            </a: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, your customers, or your company.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919" name="Google Shape;919;p54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Problem 2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Describe a problem or challenge currently affecting your market, your customers, or your company.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920" name="Google Shape;920;p54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921" name="Google Shape;921;p54"/>
          <p:cNvSpPr txBox="1"/>
          <p:nvPr>
            <p:ph idx="3" type="title"/>
          </p:nvPr>
        </p:nvSpPr>
        <p:spPr>
          <a:xfrm>
            <a:off x="115025" y="502775"/>
            <a:ext cx="3905400" cy="18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headline about the challenges you’re facing</a:t>
            </a:r>
            <a:endParaRPr/>
          </a:p>
        </p:txBody>
      </p:sp>
      <p:sp>
        <p:nvSpPr>
          <p:cNvPr id="922" name="Google Shape;922;p54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7" name="Google Shape;927;p55"/>
          <p:cNvCxnSpPr/>
          <p:nvPr/>
        </p:nvCxnSpPr>
        <p:spPr>
          <a:xfrm>
            <a:off x="6708900" y="2914500"/>
            <a:ext cx="2441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8" name="Google Shape;928;p55"/>
          <p:cNvCxnSpPr/>
          <p:nvPr/>
        </p:nvCxnSpPr>
        <p:spPr>
          <a:xfrm>
            <a:off x="6708900" y="3222160"/>
            <a:ext cx="2441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9" name="Google Shape;929;p55"/>
          <p:cNvCxnSpPr/>
          <p:nvPr/>
        </p:nvCxnSpPr>
        <p:spPr>
          <a:xfrm>
            <a:off x="6708900" y="3529820"/>
            <a:ext cx="2441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0" name="Google Shape;930;p55"/>
          <p:cNvCxnSpPr/>
          <p:nvPr/>
        </p:nvCxnSpPr>
        <p:spPr>
          <a:xfrm>
            <a:off x="6708900" y="3837480"/>
            <a:ext cx="2441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1" name="Google Shape;931;p55"/>
          <p:cNvCxnSpPr/>
          <p:nvPr/>
        </p:nvCxnSpPr>
        <p:spPr>
          <a:xfrm>
            <a:off x="6708900" y="4145140"/>
            <a:ext cx="2441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2" name="Google Shape;932;p55"/>
          <p:cNvCxnSpPr/>
          <p:nvPr/>
        </p:nvCxnSpPr>
        <p:spPr>
          <a:xfrm>
            <a:off x="6708900" y="4452800"/>
            <a:ext cx="2441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A woman thinks looking away from the camera while standing in front of a yellow background" id="933" name="Google Shape;933;p5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41487" l="45538" r="21628" t="7041"/>
          <a:stretch/>
        </p:blipFill>
        <p:spPr>
          <a:xfrm>
            <a:off x="6702600" y="-16150"/>
            <a:ext cx="2441400" cy="2574602"/>
          </a:xfrm>
          <a:prstGeom prst="rect">
            <a:avLst/>
          </a:prstGeom>
        </p:spPr>
      </p:pic>
      <p:sp>
        <p:nvSpPr>
          <p:cNvPr id="934" name="Google Shape;934;p55"/>
          <p:cNvSpPr txBox="1"/>
          <p:nvPr>
            <p:ph idx="13" type="subTitle"/>
          </p:nvPr>
        </p:nvSpPr>
        <p:spPr>
          <a:xfrm>
            <a:off x="6751650" y="262245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Role</a:t>
            </a:r>
            <a:endParaRPr/>
          </a:p>
        </p:txBody>
      </p:sp>
      <p:sp>
        <p:nvSpPr>
          <p:cNvPr id="935" name="Google Shape;935;p55"/>
          <p:cNvSpPr txBox="1"/>
          <p:nvPr>
            <p:ph idx="14" type="subTitle"/>
          </p:nvPr>
        </p:nvSpPr>
        <p:spPr>
          <a:xfrm>
            <a:off x="6751650" y="2931064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Age</a:t>
            </a:r>
            <a:endParaRPr/>
          </a:p>
        </p:txBody>
      </p:sp>
      <p:sp>
        <p:nvSpPr>
          <p:cNvPr id="936" name="Google Shape;936;p55"/>
          <p:cNvSpPr txBox="1"/>
          <p:nvPr>
            <p:ph idx="15" type="subTitle"/>
          </p:nvPr>
        </p:nvSpPr>
        <p:spPr>
          <a:xfrm>
            <a:off x="6751650" y="323499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Profession</a:t>
            </a:r>
            <a:endParaRPr/>
          </a:p>
        </p:txBody>
      </p:sp>
      <p:sp>
        <p:nvSpPr>
          <p:cNvPr id="937" name="Google Shape;937;p55"/>
          <p:cNvSpPr txBox="1"/>
          <p:nvPr>
            <p:ph idx="16" type="subTitle"/>
          </p:nvPr>
        </p:nvSpPr>
        <p:spPr>
          <a:xfrm>
            <a:off x="6751650" y="3543604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Location</a:t>
            </a:r>
            <a:endParaRPr/>
          </a:p>
        </p:txBody>
      </p:sp>
      <p:sp>
        <p:nvSpPr>
          <p:cNvPr id="938" name="Google Shape;938;p55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Motivation</a:t>
            </a:r>
            <a:endParaRPr/>
          </a:p>
        </p:txBody>
      </p:sp>
      <p:sp>
        <p:nvSpPr>
          <p:cNvPr id="939" name="Google Shape;939;p55"/>
          <p:cNvSpPr txBox="1"/>
          <p:nvPr>
            <p:ph idx="18" type="subTitle"/>
          </p:nvPr>
        </p:nvSpPr>
        <p:spPr>
          <a:xfrm>
            <a:off x="6751650" y="4160816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Education</a:t>
            </a:r>
            <a:endParaRPr/>
          </a:p>
        </p:txBody>
      </p:sp>
      <p:sp>
        <p:nvSpPr>
          <p:cNvPr id="940" name="Google Shape;940;p55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Motivations</a:t>
            </a:r>
            <a:endParaRPr/>
          </a:p>
        </p:txBody>
      </p:sp>
      <p:sp>
        <p:nvSpPr>
          <p:cNvPr id="941" name="Google Shape;941;p55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Tech skills</a:t>
            </a:r>
            <a:endParaRPr/>
          </a:p>
        </p:txBody>
      </p:sp>
      <p:sp>
        <p:nvSpPr>
          <p:cNvPr id="942" name="Google Shape;942;p55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Favorite brands</a:t>
            </a:r>
            <a:endParaRPr/>
          </a:p>
        </p:txBody>
      </p:sp>
      <p:sp>
        <p:nvSpPr>
          <p:cNvPr id="943" name="Google Shape;943;p55"/>
          <p:cNvSpPr txBox="1"/>
          <p:nvPr/>
        </p:nvSpPr>
        <p:spPr>
          <a:xfrm>
            <a:off x="5458588" y="1909288"/>
            <a:ext cx="1214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rPr>
              <a:t>Driver 1</a:t>
            </a:r>
            <a:endParaRPr sz="1000">
              <a:solidFill>
                <a:schemeClr val="dk2"/>
              </a:solidFill>
              <a:latin typeface="Sora ExtraLight"/>
              <a:ea typeface="Sora ExtraLight"/>
              <a:cs typeface="Sora ExtraLight"/>
              <a:sym typeface="Sora ExtraLight"/>
            </a:endParaRPr>
          </a:p>
        </p:txBody>
      </p:sp>
      <p:sp>
        <p:nvSpPr>
          <p:cNvPr id="944" name="Google Shape;944;p55"/>
          <p:cNvSpPr txBox="1"/>
          <p:nvPr/>
        </p:nvSpPr>
        <p:spPr>
          <a:xfrm>
            <a:off x="5458588" y="2146350"/>
            <a:ext cx="1214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rPr>
              <a:t>Driver 2</a:t>
            </a:r>
            <a:endParaRPr sz="1000">
              <a:solidFill>
                <a:schemeClr val="dk2"/>
              </a:solidFill>
              <a:latin typeface="Sora ExtraLight"/>
              <a:ea typeface="Sora ExtraLight"/>
              <a:cs typeface="Sora ExtraLight"/>
              <a:sym typeface="Sora ExtraLight"/>
            </a:endParaRPr>
          </a:p>
        </p:txBody>
      </p:sp>
      <p:sp>
        <p:nvSpPr>
          <p:cNvPr id="945" name="Google Shape;945;p55"/>
          <p:cNvSpPr txBox="1"/>
          <p:nvPr/>
        </p:nvSpPr>
        <p:spPr>
          <a:xfrm>
            <a:off x="5458588" y="2383413"/>
            <a:ext cx="1214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rPr>
              <a:t>Driver 3</a:t>
            </a:r>
            <a:endParaRPr sz="1000">
              <a:solidFill>
                <a:schemeClr val="dk2"/>
              </a:solidFill>
              <a:latin typeface="Sora ExtraLight"/>
              <a:ea typeface="Sora ExtraLight"/>
              <a:cs typeface="Sora ExtraLight"/>
              <a:sym typeface="Sora ExtraLight"/>
            </a:endParaRPr>
          </a:p>
        </p:txBody>
      </p:sp>
      <p:grpSp>
        <p:nvGrpSpPr>
          <p:cNvPr id="946" name="Google Shape;946;p55"/>
          <p:cNvGrpSpPr/>
          <p:nvPr/>
        </p:nvGrpSpPr>
        <p:grpSpPr>
          <a:xfrm>
            <a:off x="3748738" y="2046543"/>
            <a:ext cx="1710600" cy="545260"/>
            <a:chOff x="3748738" y="2046543"/>
            <a:chExt cx="1710600" cy="545260"/>
          </a:xfrm>
        </p:grpSpPr>
        <p:sp>
          <p:nvSpPr>
            <p:cNvPr id="947" name="Google Shape;947;p55"/>
            <p:cNvSpPr/>
            <p:nvPr/>
          </p:nvSpPr>
          <p:spPr>
            <a:xfrm>
              <a:off x="3748738" y="2046543"/>
              <a:ext cx="1710600" cy="651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948" name="Google Shape;948;p55"/>
            <p:cNvSpPr/>
            <p:nvPr/>
          </p:nvSpPr>
          <p:spPr>
            <a:xfrm>
              <a:off x="3748738" y="2046579"/>
              <a:ext cx="1003800" cy="65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949" name="Google Shape;949;p55"/>
            <p:cNvSpPr/>
            <p:nvPr/>
          </p:nvSpPr>
          <p:spPr>
            <a:xfrm>
              <a:off x="3748738" y="2284656"/>
              <a:ext cx="1710600" cy="651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950" name="Google Shape;950;p55"/>
            <p:cNvSpPr/>
            <p:nvPr/>
          </p:nvSpPr>
          <p:spPr>
            <a:xfrm>
              <a:off x="3748738" y="2284674"/>
              <a:ext cx="727800" cy="6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951" name="Google Shape;951;p55"/>
            <p:cNvSpPr/>
            <p:nvPr/>
          </p:nvSpPr>
          <p:spPr>
            <a:xfrm>
              <a:off x="3748738" y="2526703"/>
              <a:ext cx="1710600" cy="651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952" name="Google Shape;952;p55"/>
            <p:cNvSpPr/>
            <p:nvPr/>
          </p:nvSpPr>
          <p:spPr>
            <a:xfrm>
              <a:off x="3748738" y="2526703"/>
              <a:ext cx="1500900" cy="65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953" name="Google Shape;953;p55"/>
          <p:cNvGrpSpPr/>
          <p:nvPr/>
        </p:nvGrpSpPr>
        <p:grpSpPr>
          <a:xfrm>
            <a:off x="3656038" y="3141525"/>
            <a:ext cx="2516575" cy="949513"/>
            <a:chOff x="3656038" y="3141525"/>
            <a:chExt cx="2516575" cy="949513"/>
          </a:xfrm>
        </p:grpSpPr>
        <p:sp>
          <p:nvSpPr>
            <p:cNvPr id="954" name="Google Shape;954;p55"/>
            <p:cNvSpPr/>
            <p:nvPr/>
          </p:nvSpPr>
          <p:spPr>
            <a:xfrm>
              <a:off x="3748513" y="3144008"/>
              <a:ext cx="122400" cy="1224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955" name="Google Shape;955;p55"/>
            <p:cNvSpPr/>
            <p:nvPr/>
          </p:nvSpPr>
          <p:spPr>
            <a:xfrm>
              <a:off x="3907344" y="3144008"/>
              <a:ext cx="122400" cy="1224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956" name="Google Shape;956;p55"/>
            <p:cNvSpPr/>
            <p:nvPr/>
          </p:nvSpPr>
          <p:spPr>
            <a:xfrm>
              <a:off x="4066176" y="3144008"/>
              <a:ext cx="122400" cy="122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957" name="Google Shape;957;p55"/>
            <p:cNvSpPr/>
            <p:nvPr/>
          </p:nvSpPr>
          <p:spPr>
            <a:xfrm>
              <a:off x="4225008" y="3144008"/>
              <a:ext cx="122400" cy="122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958" name="Google Shape;958;p55"/>
            <p:cNvSpPr/>
            <p:nvPr/>
          </p:nvSpPr>
          <p:spPr>
            <a:xfrm>
              <a:off x="4383840" y="3144008"/>
              <a:ext cx="122400" cy="122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959" name="Google Shape;959;p55"/>
            <p:cNvSpPr/>
            <p:nvPr/>
          </p:nvSpPr>
          <p:spPr>
            <a:xfrm>
              <a:off x="3748513" y="3659717"/>
              <a:ext cx="122400" cy="122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960" name="Google Shape;960;p55"/>
            <p:cNvSpPr/>
            <p:nvPr/>
          </p:nvSpPr>
          <p:spPr>
            <a:xfrm>
              <a:off x="3907344" y="3659717"/>
              <a:ext cx="122400" cy="122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961" name="Google Shape;961;p55"/>
            <p:cNvSpPr/>
            <p:nvPr/>
          </p:nvSpPr>
          <p:spPr>
            <a:xfrm>
              <a:off x="4066176" y="3659717"/>
              <a:ext cx="122400" cy="122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962" name="Google Shape;962;p55"/>
            <p:cNvSpPr/>
            <p:nvPr/>
          </p:nvSpPr>
          <p:spPr>
            <a:xfrm>
              <a:off x="4225008" y="3659717"/>
              <a:ext cx="122400" cy="122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963" name="Google Shape;963;p55"/>
            <p:cNvSpPr/>
            <p:nvPr/>
          </p:nvSpPr>
          <p:spPr>
            <a:xfrm>
              <a:off x="4383840" y="3659717"/>
              <a:ext cx="122400" cy="122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964" name="Google Shape;964;p55"/>
            <p:cNvSpPr/>
            <p:nvPr/>
          </p:nvSpPr>
          <p:spPr>
            <a:xfrm>
              <a:off x="5076478" y="3141525"/>
              <a:ext cx="122400" cy="12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965" name="Google Shape;965;p55"/>
            <p:cNvSpPr/>
            <p:nvPr/>
          </p:nvSpPr>
          <p:spPr>
            <a:xfrm>
              <a:off x="5235310" y="3141525"/>
              <a:ext cx="122400" cy="12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966" name="Google Shape;966;p55"/>
            <p:cNvSpPr/>
            <p:nvPr/>
          </p:nvSpPr>
          <p:spPr>
            <a:xfrm>
              <a:off x="5394142" y="3141525"/>
              <a:ext cx="122400" cy="12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967" name="Google Shape;967;p55"/>
            <p:cNvSpPr/>
            <p:nvPr/>
          </p:nvSpPr>
          <p:spPr>
            <a:xfrm>
              <a:off x="5552973" y="3141525"/>
              <a:ext cx="122400" cy="12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968" name="Google Shape;968;p55"/>
            <p:cNvSpPr/>
            <p:nvPr/>
          </p:nvSpPr>
          <p:spPr>
            <a:xfrm>
              <a:off x="5711805" y="3141525"/>
              <a:ext cx="122400" cy="122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969" name="Google Shape;969;p55"/>
            <p:cNvSpPr/>
            <p:nvPr/>
          </p:nvSpPr>
          <p:spPr>
            <a:xfrm>
              <a:off x="5076466" y="3659708"/>
              <a:ext cx="122400" cy="1224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970" name="Google Shape;970;p55"/>
            <p:cNvSpPr/>
            <p:nvPr/>
          </p:nvSpPr>
          <p:spPr>
            <a:xfrm>
              <a:off x="5235297" y="3659708"/>
              <a:ext cx="122400" cy="1224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971" name="Google Shape;971;p55"/>
            <p:cNvSpPr/>
            <p:nvPr/>
          </p:nvSpPr>
          <p:spPr>
            <a:xfrm>
              <a:off x="5394129" y="3659708"/>
              <a:ext cx="122400" cy="122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972" name="Google Shape;972;p55"/>
            <p:cNvSpPr/>
            <p:nvPr/>
          </p:nvSpPr>
          <p:spPr>
            <a:xfrm>
              <a:off x="5552961" y="3659708"/>
              <a:ext cx="122400" cy="122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973" name="Google Shape;973;p55"/>
            <p:cNvSpPr/>
            <p:nvPr/>
          </p:nvSpPr>
          <p:spPr>
            <a:xfrm>
              <a:off x="5711793" y="3659708"/>
              <a:ext cx="122400" cy="122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974" name="Google Shape;974;p55"/>
            <p:cNvSpPr txBox="1"/>
            <p:nvPr/>
          </p:nvSpPr>
          <p:spPr>
            <a:xfrm>
              <a:off x="3656038" y="3770938"/>
              <a:ext cx="1214400" cy="32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2"/>
                  </a:solidFill>
                  <a:latin typeface="Sora ExtraLight"/>
                  <a:ea typeface="Sora ExtraLight"/>
                  <a:cs typeface="Sora ExtraLight"/>
                  <a:sym typeface="Sora ExtraLight"/>
                </a:rPr>
                <a:t>App 1</a:t>
              </a:r>
              <a:endPara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endParaRPr>
            </a:p>
          </p:txBody>
        </p:sp>
        <p:sp>
          <p:nvSpPr>
            <p:cNvPr id="975" name="Google Shape;975;p55"/>
            <p:cNvSpPr txBox="1"/>
            <p:nvPr/>
          </p:nvSpPr>
          <p:spPr>
            <a:xfrm>
              <a:off x="4956163" y="3770938"/>
              <a:ext cx="1214400" cy="32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2"/>
                  </a:solidFill>
                  <a:latin typeface="Sora ExtraLight"/>
                  <a:ea typeface="Sora ExtraLight"/>
                  <a:cs typeface="Sora ExtraLight"/>
                  <a:sym typeface="Sora ExtraLight"/>
                </a:rPr>
                <a:t>App 2</a:t>
              </a:r>
              <a:endPara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endParaRPr>
            </a:p>
          </p:txBody>
        </p:sp>
        <p:sp>
          <p:nvSpPr>
            <p:cNvPr id="976" name="Google Shape;976;p55"/>
            <p:cNvSpPr txBox="1"/>
            <p:nvPr/>
          </p:nvSpPr>
          <p:spPr>
            <a:xfrm>
              <a:off x="3658088" y="3266900"/>
              <a:ext cx="1214400" cy="32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2"/>
                  </a:solidFill>
                  <a:latin typeface="Sora ExtraLight"/>
                  <a:ea typeface="Sora ExtraLight"/>
                  <a:cs typeface="Sora ExtraLight"/>
                  <a:sym typeface="Sora ExtraLight"/>
                </a:rPr>
                <a:t>Device 1</a:t>
              </a:r>
              <a:endPara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endParaRPr>
            </a:p>
          </p:txBody>
        </p:sp>
        <p:sp>
          <p:nvSpPr>
            <p:cNvPr id="977" name="Google Shape;977;p55"/>
            <p:cNvSpPr txBox="1"/>
            <p:nvPr/>
          </p:nvSpPr>
          <p:spPr>
            <a:xfrm>
              <a:off x="4958213" y="3266900"/>
              <a:ext cx="1214400" cy="32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2"/>
                  </a:solidFill>
                  <a:latin typeface="Sora ExtraLight"/>
                  <a:ea typeface="Sora ExtraLight"/>
                  <a:cs typeface="Sora ExtraLight"/>
                  <a:sym typeface="Sora ExtraLight"/>
                </a:rPr>
                <a:t>Device 2</a:t>
              </a:r>
              <a:endPara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endParaRPr>
            </a:p>
          </p:txBody>
        </p:sp>
      </p:grpSp>
      <p:sp>
        <p:nvSpPr>
          <p:cNvPr id="978" name="Google Shape;978;p55"/>
          <p:cNvSpPr txBox="1"/>
          <p:nvPr/>
        </p:nvSpPr>
        <p:spPr>
          <a:xfrm>
            <a:off x="4525050" y="4250575"/>
            <a:ext cx="817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rPr>
              <a:t>Add logo</a:t>
            </a:r>
            <a:endParaRPr b="1" sz="1000"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79" name="Google Shape;979;p55"/>
          <p:cNvSpPr txBox="1"/>
          <p:nvPr/>
        </p:nvSpPr>
        <p:spPr>
          <a:xfrm>
            <a:off x="5533113" y="4250575"/>
            <a:ext cx="817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rPr>
              <a:t>Add logo</a:t>
            </a:r>
            <a:endParaRPr b="1" sz="1000"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80" name="Google Shape;980;p55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981" name="Google Shape;981;p55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Persona name</a:t>
            </a:r>
            <a:endParaRPr/>
          </a:p>
        </p:txBody>
      </p:sp>
      <p:sp>
        <p:nvSpPr>
          <p:cNvPr id="982" name="Google Shape;982;p55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Think</a:t>
            </a:r>
            <a:r>
              <a:rPr lang="en"/>
              <a:t> about a hypothetical user or customer (a persona) who represents an audience segment. Introduce your persona, who they are and where they come from.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The individual might be fictional, but the insights should be derived from your audience research.</a:t>
            </a:r>
            <a:endParaRPr/>
          </a:p>
        </p:txBody>
      </p:sp>
      <p:sp>
        <p:nvSpPr>
          <p:cNvPr id="983" name="Google Shape;983;p55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32080" lvl="0" marL="1828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AutoNum type="arabicPeriod"/>
            </a:pPr>
            <a:r>
              <a:rPr lang="en"/>
              <a:t>What do they want to achieve?</a:t>
            </a:r>
            <a:endParaRPr/>
          </a:p>
          <a:p>
            <a:pPr indent="-132080" lvl="0" marL="1828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AutoNum type="arabicPeriod"/>
            </a:pPr>
            <a:r>
              <a:rPr lang="en"/>
              <a:t>What do they care about?</a:t>
            </a:r>
            <a:endParaRPr/>
          </a:p>
          <a:p>
            <a:pPr indent="-132080" lvl="0" marL="1828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AutoNum type="arabicPeriod"/>
            </a:pPr>
            <a:r>
              <a:rPr lang="en"/>
              <a:t>What solutions are they looking for?</a:t>
            </a:r>
            <a:endParaRPr/>
          </a:p>
        </p:txBody>
      </p:sp>
      <p:sp>
        <p:nvSpPr>
          <p:cNvPr id="984" name="Google Shape;984;p55"/>
          <p:cNvSpPr txBox="1"/>
          <p:nvPr>
            <p:ph idx="6" type="title"/>
          </p:nvPr>
        </p:nvSpPr>
        <p:spPr>
          <a:xfrm>
            <a:off x="115025" y="1079975"/>
            <a:ext cx="6055500" cy="5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“Quote the persona on their needs and wants. This can be a fictional line or an excerpt from a user interview.”</a:t>
            </a:r>
            <a:endParaRPr/>
          </a:p>
        </p:txBody>
      </p:sp>
      <p:sp>
        <p:nvSpPr>
          <p:cNvPr id="985" name="Google Shape;985;p55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Goals</a:t>
            </a:r>
            <a:endParaRPr/>
          </a:p>
        </p:txBody>
      </p:sp>
      <p:sp>
        <p:nvSpPr>
          <p:cNvPr id="986" name="Google Shape;986;p55"/>
          <p:cNvSpPr txBox="1"/>
          <p:nvPr>
            <p:ph idx="19" type="title"/>
          </p:nvPr>
        </p:nvSpPr>
        <p:spPr>
          <a:xfrm>
            <a:off x="228600" y="4773281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woman in pink sweater smiles at camera" id="991" name="Google Shape;991;p5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2612" r="44764" t="0"/>
          <a:stretch/>
        </p:blipFill>
        <p:spPr>
          <a:xfrm>
            <a:off x="5457500" y="0"/>
            <a:ext cx="3686400" cy="5143501"/>
          </a:xfrm>
          <a:prstGeom prst="rect">
            <a:avLst/>
          </a:prstGeom>
        </p:spPr>
      </p:pic>
      <p:sp>
        <p:nvSpPr>
          <p:cNvPr id="992" name="Google Shape;992;p56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IBM Plex Sans Medium"/>
                <a:ea typeface="IBM Plex Sans Medium"/>
                <a:cs typeface="IBM Plex Sans Medium"/>
                <a:sym typeface="IBM Plex Sans Medium"/>
              </a:rPr>
              <a:t>Persona name</a:t>
            </a:r>
            <a:endParaRPr sz="12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Introduce a persona, or fictional character, that represents your target audience.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Age: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"/>
              <a:t>Profession:</a:t>
            </a:r>
            <a:endParaRPr/>
          </a:p>
        </p:txBody>
      </p:sp>
      <p:sp>
        <p:nvSpPr>
          <p:cNvPr id="993" name="Google Shape;993;p56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ora Medium"/>
                <a:ea typeface="Sora Medium"/>
                <a:cs typeface="Sora Medium"/>
                <a:sym typeface="Sora Medium"/>
              </a:rPr>
              <a:t>Needs and motivations</a:t>
            </a:r>
            <a:endParaRPr sz="1200">
              <a:latin typeface="Sora Medium"/>
              <a:ea typeface="Sora Medium"/>
              <a:cs typeface="Sora Medium"/>
              <a:sym typeface="Sora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What does your persona want, and what do they care about?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ora Medium"/>
                <a:ea typeface="Sora Medium"/>
                <a:cs typeface="Sora Medium"/>
                <a:sym typeface="Sora Medium"/>
              </a:rPr>
              <a:t>Pain points</a:t>
            </a:r>
            <a:endParaRPr sz="1200">
              <a:latin typeface="Sora Medium"/>
              <a:ea typeface="Sora Medium"/>
              <a:cs typeface="Sora Medium"/>
              <a:sym typeface="Sora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What challenges does your persona face? What are their concerns?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ora Medium"/>
                <a:ea typeface="Sora Medium"/>
                <a:cs typeface="Sora Medium"/>
                <a:sym typeface="Sora Medium"/>
              </a:rPr>
              <a:t>How we can help</a:t>
            </a:r>
            <a:endParaRPr sz="1200">
              <a:latin typeface="Sora Medium"/>
              <a:ea typeface="Sora Medium"/>
              <a:cs typeface="Sora Medium"/>
              <a:sym typeface="Sora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Describe how your product meets the needs of your persona and addresses their pain points.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5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995" name="Google Shape;995;p56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  <p:sp>
        <p:nvSpPr>
          <p:cNvPr id="996" name="Google Shape;996;p56"/>
          <p:cNvSpPr txBox="1"/>
          <p:nvPr>
            <p:ph idx="4" type="title"/>
          </p:nvPr>
        </p:nvSpPr>
        <p:spPr>
          <a:xfrm>
            <a:off x="115025" y="502775"/>
            <a:ext cx="5125500" cy="118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Introduce your persona or target audience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57"/>
          <p:cNvSpPr txBox="1"/>
          <p:nvPr>
            <p:ph idx="14" type="title"/>
          </p:nvPr>
        </p:nvSpPr>
        <p:spPr>
          <a:xfrm>
            <a:off x="228600" y="4773281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  <p:sp>
        <p:nvSpPr>
          <p:cNvPr id="1002" name="Google Shape;1002;p5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1003" name="Google Shape;1003;p57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Communication objectives</a:t>
            </a:r>
            <a:endParaRPr/>
          </a:p>
        </p:txBody>
      </p:sp>
      <p:sp>
        <p:nvSpPr>
          <p:cNvPr id="1004" name="Google Shape;1004;p57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objectives</a:t>
            </a:r>
            <a:endParaRPr/>
          </a:p>
        </p:txBody>
      </p:sp>
      <p:sp>
        <p:nvSpPr>
          <p:cNvPr id="1005" name="Google Shape;1005;p57"/>
          <p:cNvSpPr txBox="1"/>
          <p:nvPr>
            <p:ph idx="2" type="title"/>
          </p:nvPr>
        </p:nvSpPr>
        <p:spPr>
          <a:xfrm>
            <a:off x="115025" y="502775"/>
            <a:ext cx="6055500" cy="118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we’ll measure the success of this project</a:t>
            </a:r>
            <a:endParaRPr/>
          </a:p>
        </p:txBody>
      </p:sp>
      <p:sp>
        <p:nvSpPr>
          <p:cNvPr id="1006" name="Google Shape;1006;p57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Marketing objectives</a:t>
            </a:r>
            <a:endParaRPr/>
          </a:p>
        </p:txBody>
      </p:sp>
      <p:sp>
        <p:nvSpPr>
          <p:cNvPr id="1007" name="Google Shape;1007;p57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brief description of the key performance indicator (KPI)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Sora Medium"/>
                <a:ea typeface="Sora Medium"/>
                <a:cs typeface="Sora Medium"/>
                <a:sym typeface="Sora Medium"/>
              </a:rPr>
              <a:t>Goal: 00%</a:t>
            </a:r>
            <a:endParaRPr>
              <a:solidFill>
                <a:schemeClr val="accent3"/>
              </a:solidFill>
              <a:latin typeface="Sora Medium"/>
              <a:ea typeface="Sora Medium"/>
              <a:cs typeface="Sora Medium"/>
              <a:sym typeface="Sora Medium"/>
            </a:endParaRPr>
          </a:p>
        </p:txBody>
      </p:sp>
      <p:sp>
        <p:nvSpPr>
          <p:cNvPr id="1008" name="Google Shape;1008;p57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brief description of the key performance indicator (KPI)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Sora Medium"/>
                <a:ea typeface="Sora Medium"/>
                <a:cs typeface="Sora Medium"/>
                <a:sym typeface="Sora Medium"/>
              </a:rPr>
              <a:t>Goal: 00%</a:t>
            </a:r>
            <a:endParaRPr>
              <a:solidFill>
                <a:schemeClr val="accent6"/>
              </a:solidFill>
              <a:latin typeface="Sora Medium"/>
              <a:ea typeface="Sora Medium"/>
              <a:cs typeface="Sora Medium"/>
              <a:sym typeface="Sora Medium"/>
            </a:endParaRPr>
          </a:p>
        </p:txBody>
      </p:sp>
      <p:sp>
        <p:nvSpPr>
          <p:cNvPr id="1009" name="Google Shape;1009;p57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brief description of the key performance indicator (KPI)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Sora Medium"/>
                <a:ea typeface="Sora Medium"/>
                <a:cs typeface="Sora Medium"/>
                <a:sym typeface="Sora Medium"/>
              </a:rPr>
              <a:t>Goal: 00%</a:t>
            </a:r>
            <a:endParaRPr>
              <a:solidFill>
                <a:schemeClr val="accent6"/>
              </a:solidFill>
              <a:latin typeface="Sora Medium"/>
              <a:ea typeface="Sora Medium"/>
              <a:cs typeface="Sora Medium"/>
              <a:sym typeface="Sora Medium"/>
            </a:endParaRPr>
          </a:p>
        </p:txBody>
      </p:sp>
      <p:sp>
        <p:nvSpPr>
          <p:cNvPr id="1010" name="Google Shape;1010;p57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brief description of the key performance indicator (KPI)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Sora Medium"/>
                <a:ea typeface="Sora Medium"/>
                <a:cs typeface="Sora Medium"/>
                <a:sym typeface="Sora Medium"/>
              </a:rPr>
              <a:t>Goal: 00%</a:t>
            </a:r>
            <a:endParaRPr>
              <a:solidFill>
                <a:schemeClr val="accent3"/>
              </a:solidFill>
              <a:latin typeface="Sora Medium"/>
              <a:ea typeface="Sora Medium"/>
              <a:cs typeface="Sora Medium"/>
              <a:sym typeface="Sora Medium"/>
            </a:endParaRPr>
          </a:p>
        </p:txBody>
      </p:sp>
      <p:sp>
        <p:nvSpPr>
          <p:cNvPr id="1011" name="Google Shape;1011;p57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brief description of the key performance indicator (KPI)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rPr>
              <a:t>Goal: 00%</a:t>
            </a:r>
            <a:endParaRPr>
              <a:solidFill>
                <a:schemeClr val="lt2"/>
              </a:solidFill>
              <a:latin typeface="Sora Medium"/>
              <a:ea typeface="Sora Medium"/>
              <a:cs typeface="Sora Medium"/>
              <a:sym typeface="Sora Medium"/>
            </a:endParaRPr>
          </a:p>
        </p:txBody>
      </p:sp>
      <p:sp>
        <p:nvSpPr>
          <p:cNvPr id="1012" name="Google Shape;1012;p57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brief description of the key performance indicator (KPI)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rPr>
              <a:t>Goal: 00%</a:t>
            </a:r>
            <a:endParaRPr>
              <a:solidFill>
                <a:schemeClr val="lt2"/>
              </a:solidFill>
              <a:latin typeface="Sora Medium"/>
              <a:ea typeface="Sora Medium"/>
              <a:cs typeface="Sora Medium"/>
              <a:sym typeface="Sora Medium"/>
            </a:endParaRPr>
          </a:p>
        </p:txBody>
      </p:sp>
      <p:cxnSp>
        <p:nvCxnSpPr>
          <p:cNvPr id="1013" name="Google Shape;1013;p57"/>
          <p:cNvCxnSpPr/>
          <p:nvPr/>
        </p:nvCxnSpPr>
        <p:spPr>
          <a:xfrm rot="5400000">
            <a:off x="3572975" y="3148650"/>
            <a:ext cx="24891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4" name="Google Shape;1014;p57"/>
          <p:cNvCxnSpPr/>
          <p:nvPr/>
        </p:nvCxnSpPr>
        <p:spPr>
          <a:xfrm rot="5400000">
            <a:off x="1040825" y="3148650"/>
            <a:ext cx="24891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58"/>
          <p:cNvSpPr/>
          <p:nvPr/>
        </p:nvSpPr>
        <p:spPr>
          <a:xfrm>
            <a:off x="6450463" y="1068125"/>
            <a:ext cx="2006700" cy="34779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20" name="Google Shape;1020;p58"/>
          <p:cNvSpPr/>
          <p:nvPr/>
        </p:nvSpPr>
        <p:spPr>
          <a:xfrm>
            <a:off x="2721150" y="1068125"/>
            <a:ext cx="2006700" cy="34779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21" name="Google Shape;1021;p58"/>
          <p:cNvSpPr/>
          <p:nvPr/>
        </p:nvSpPr>
        <p:spPr>
          <a:xfrm>
            <a:off x="4577544" y="1068125"/>
            <a:ext cx="2006700" cy="34779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22" name="Google Shape;1022;p58"/>
          <p:cNvSpPr/>
          <p:nvPr/>
        </p:nvSpPr>
        <p:spPr>
          <a:xfrm>
            <a:off x="857838" y="1068125"/>
            <a:ext cx="2006700" cy="34779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23" name="Google Shape;1023;p58"/>
          <p:cNvSpPr/>
          <p:nvPr/>
        </p:nvSpPr>
        <p:spPr>
          <a:xfrm>
            <a:off x="6450481" y="1068125"/>
            <a:ext cx="2006700" cy="34779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accent3"/>
              </a:gs>
              <a:gs pos="77000">
                <a:schemeClr val="accent1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24" name="Google Shape;1024;p58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Communication objectives</a:t>
            </a:r>
            <a:endParaRPr/>
          </a:p>
        </p:txBody>
      </p:sp>
      <p:sp>
        <p:nvSpPr>
          <p:cNvPr id="1025" name="Google Shape;1025;p58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Write a few words about your communication goals for this project.</a:t>
            </a:r>
            <a:endParaRPr/>
          </a:p>
        </p:txBody>
      </p:sp>
      <p:sp>
        <p:nvSpPr>
          <p:cNvPr id="1026" name="Google Shape;1026;p58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Objective title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1027" name="Google Shape;1027;p58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Communication goals might include: increasing brand awareness, improving how your teams work together, or getting more consistent feedback from stakeholders.</a:t>
            </a:r>
            <a:endParaRPr/>
          </a:p>
        </p:txBody>
      </p:sp>
      <p:sp>
        <p:nvSpPr>
          <p:cNvPr id="1028" name="Google Shape;1028;p58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  <p:sp>
        <p:nvSpPr>
          <p:cNvPr id="1029" name="Google Shape;1029;p58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1030" name="Google Shape;1030;p58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Objective title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1031" name="Google Shape;1031;p58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Communication goals might include: increasing brand awareness, improving how your teams work together, or getting more consistent feedback from stakeholders.</a:t>
            </a:r>
            <a:endParaRPr/>
          </a:p>
        </p:txBody>
      </p:sp>
      <p:sp>
        <p:nvSpPr>
          <p:cNvPr id="1032" name="Google Shape;1032;p58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Objective title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1033" name="Google Shape;1033;p58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Communication goals might include: increasing brand awareness, improving how your teams work together, or getting more consistent feedback from stakeholders.</a:t>
            </a:r>
            <a:endParaRPr/>
          </a:p>
        </p:txBody>
      </p:sp>
      <p:sp>
        <p:nvSpPr>
          <p:cNvPr id="1034" name="Google Shape;1034;p58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Objective title</a:t>
            </a:r>
            <a:endParaRPr>
              <a:solidFill>
                <a:schemeClr val="lt1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sp>
        <p:nvSpPr>
          <p:cNvPr id="1035" name="Google Shape;1035;p58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Use design elements to highlight key objectives or final outcomes. This will draw your audience’s eye towards </a:t>
            </a: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the</a:t>
            </a: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 objective. 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36" name="Google Shape;1036;p58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037" name="Google Shape;1037;p58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038" name="Google Shape;1038;p58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039" name="Google Shape;1039;p58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59"/>
          <p:cNvSpPr/>
          <p:nvPr/>
        </p:nvSpPr>
        <p:spPr>
          <a:xfrm rot="5400000">
            <a:off x="2088388" y="1518313"/>
            <a:ext cx="482400" cy="640200"/>
          </a:xfrm>
          <a:prstGeom prst="round2Same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45" name="Google Shape;1045;p59"/>
          <p:cNvSpPr/>
          <p:nvPr/>
        </p:nvSpPr>
        <p:spPr>
          <a:xfrm rot="5400000">
            <a:off x="318875" y="1518313"/>
            <a:ext cx="482400" cy="640200"/>
          </a:xfrm>
          <a:prstGeom prst="round2Same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46" name="Google Shape;1046;p59"/>
          <p:cNvSpPr/>
          <p:nvPr/>
        </p:nvSpPr>
        <p:spPr>
          <a:xfrm rot="5400000">
            <a:off x="3974325" y="1518313"/>
            <a:ext cx="482400" cy="640200"/>
          </a:xfrm>
          <a:prstGeom prst="round2Same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47" name="Google Shape;1047;p59"/>
          <p:cNvSpPr/>
          <p:nvPr/>
        </p:nvSpPr>
        <p:spPr>
          <a:xfrm rot="5400000">
            <a:off x="5783600" y="1518313"/>
            <a:ext cx="482400" cy="640200"/>
          </a:xfrm>
          <a:prstGeom prst="round2Same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48" name="Google Shape;1048;p59"/>
          <p:cNvSpPr txBox="1"/>
          <p:nvPr>
            <p:ph idx="18" type="title"/>
          </p:nvPr>
        </p:nvSpPr>
        <p:spPr>
          <a:xfrm>
            <a:off x="228600" y="4773281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  <p:sp>
        <p:nvSpPr>
          <p:cNvPr id="1049" name="Google Shape;1049;p59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 title</a:t>
            </a:r>
            <a:endParaRPr/>
          </a:p>
        </p:txBody>
      </p:sp>
      <p:sp>
        <p:nvSpPr>
          <p:cNvPr id="1050" name="Google Shape;1050;p59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 title</a:t>
            </a:r>
            <a:endParaRPr/>
          </a:p>
        </p:txBody>
      </p:sp>
      <p:sp>
        <p:nvSpPr>
          <p:cNvPr id="1051" name="Google Shape;1051;p59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 title</a:t>
            </a:r>
            <a:endParaRPr/>
          </a:p>
        </p:txBody>
      </p:sp>
      <p:sp>
        <p:nvSpPr>
          <p:cNvPr id="1052" name="Google Shape;1052;p59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 title</a:t>
            </a:r>
            <a:endParaRPr/>
          </a:p>
        </p:txBody>
      </p:sp>
      <p:sp>
        <p:nvSpPr>
          <p:cNvPr id="1053" name="Google Shape;1053;p59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1054" name="Google Shape;1054;p59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Write a few words about your business goals for this project.</a:t>
            </a:r>
            <a:endParaRPr/>
          </a:p>
        </p:txBody>
      </p:sp>
      <p:sp>
        <p:nvSpPr>
          <p:cNvPr id="1055" name="Google Shape;1055;p59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objectives</a:t>
            </a:r>
            <a:endParaRPr/>
          </a:p>
        </p:txBody>
      </p:sp>
      <p:sp>
        <p:nvSpPr>
          <p:cNvPr id="1056" name="Google Shape;1056;p59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goals might include: driving sales growth, reducing costs, boosting productivity, or streamlining internal processes.</a:t>
            </a:r>
            <a:endParaRPr/>
          </a:p>
        </p:txBody>
      </p:sp>
      <p:sp>
        <p:nvSpPr>
          <p:cNvPr id="1057" name="Google Shape;1057;p59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Business goals might include: driving sales growth, reducing costs, boosting productivity, or streamlining internal processes.</a:t>
            </a:r>
            <a:endParaRPr/>
          </a:p>
        </p:txBody>
      </p:sp>
      <p:sp>
        <p:nvSpPr>
          <p:cNvPr id="1058" name="Google Shape;1058;p59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goals might include: driving sales growth, reducing costs, boosting productivity, or streamlining internal processes.</a:t>
            </a:r>
            <a:endParaRPr/>
          </a:p>
        </p:txBody>
      </p:sp>
      <p:sp>
        <p:nvSpPr>
          <p:cNvPr id="1059" name="Google Shape;1059;p59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goals might include: driving sales growth, reducing costs, boosting productivity, or streamlining internal processes.</a:t>
            </a:r>
            <a:endParaRPr/>
          </a:p>
        </p:txBody>
      </p:sp>
      <p:sp>
        <p:nvSpPr>
          <p:cNvPr id="1060" name="Google Shape;1060;p59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061" name="Google Shape;1061;p59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062" name="Google Shape;1062;p59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063" name="Google Shape;1063;p59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p60"/>
          <p:cNvSpPr/>
          <p:nvPr/>
        </p:nvSpPr>
        <p:spPr>
          <a:xfrm rot="10800000">
            <a:off x="1235525" y="1596250"/>
            <a:ext cx="632425" cy="1261900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8000">
                <a:schemeClr val="lt2"/>
              </a:gs>
              <a:gs pos="100000">
                <a:schemeClr val="lt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69" name="Google Shape;1069;p60"/>
          <p:cNvSpPr/>
          <p:nvPr/>
        </p:nvSpPr>
        <p:spPr>
          <a:xfrm>
            <a:off x="1265075" y="2966200"/>
            <a:ext cx="3303000" cy="1261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70" name="Google Shape;1070;p60"/>
          <p:cNvSpPr/>
          <p:nvPr/>
        </p:nvSpPr>
        <p:spPr>
          <a:xfrm rot="10800000">
            <a:off x="1235525" y="2966150"/>
            <a:ext cx="632425" cy="1261900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8000">
                <a:schemeClr val="lt2"/>
              </a:gs>
              <a:gs pos="100000">
                <a:schemeClr val="lt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71" name="Google Shape;1071;p60"/>
          <p:cNvSpPr/>
          <p:nvPr/>
        </p:nvSpPr>
        <p:spPr>
          <a:xfrm>
            <a:off x="4699363" y="1596250"/>
            <a:ext cx="3303000" cy="1261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72" name="Google Shape;1072;p60"/>
          <p:cNvSpPr/>
          <p:nvPr/>
        </p:nvSpPr>
        <p:spPr>
          <a:xfrm rot="10800000">
            <a:off x="4672250" y="1596250"/>
            <a:ext cx="618259" cy="1261900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8000">
                <a:schemeClr val="lt2"/>
              </a:gs>
              <a:gs pos="100000">
                <a:schemeClr val="lt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73" name="Google Shape;1073;p60"/>
          <p:cNvSpPr/>
          <p:nvPr/>
        </p:nvSpPr>
        <p:spPr>
          <a:xfrm>
            <a:off x="4699363" y="2966200"/>
            <a:ext cx="3303000" cy="1261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74" name="Google Shape;1074;p60"/>
          <p:cNvSpPr/>
          <p:nvPr/>
        </p:nvSpPr>
        <p:spPr>
          <a:xfrm rot="10800000">
            <a:off x="4665150" y="2966150"/>
            <a:ext cx="632425" cy="1261900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8000">
                <a:schemeClr val="lt2"/>
              </a:gs>
              <a:gs pos="100000">
                <a:schemeClr val="lt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75" name="Google Shape;1075;p60"/>
          <p:cNvSpPr/>
          <p:nvPr/>
        </p:nvSpPr>
        <p:spPr>
          <a:xfrm>
            <a:off x="1235525" y="1596250"/>
            <a:ext cx="3332400" cy="1261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1076" name="Google Shape;1076;p60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7" name="Google Shape;1077;p60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  <p:sp>
        <p:nvSpPr>
          <p:cNvPr id="1078" name="Google Shape;1078;p6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1079" name="Google Shape;1079;p60"/>
          <p:cNvSpPr txBox="1"/>
          <p:nvPr>
            <p:ph idx="8" type="subTitle"/>
          </p:nvPr>
        </p:nvSpPr>
        <p:spPr>
          <a:xfrm>
            <a:off x="1867950" y="3062125"/>
            <a:ext cx="23949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/>
              <a:t>Objective title</a:t>
            </a:r>
            <a:endParaRPr/>
          </a:p>
        </p:txBody>
      </p:sp>
      <p:sp>
        <p:nvSpPr>
          <p:cNvPr id="1080" name="Google Shape;1080;p60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Marketing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objectives</a:t>
            </a:r>
            <a:endParaRPr/>
          </a:p>
        </p:txBody>
      </p:sp>
      <p:sp>
        <p:nvSpPr>
          <p:cNvPr id="1081" name="Google Shape;1081;p60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Write a few words about your marketing goals for this project.</a:t>
            </a:r>
            <a:endParaRPr/>
          </a:p>
        </p:txBody>
      </p:sp>
      <p:sp>
        <p:nvSpPr>
          <p:cNvPr id="1082" name="Google Shape;1082;p60"/>
          <p:cNvSpPr txBox="1"/>
          <p:nvPr/>
        </p:nvSpPr>
        <p:spPr>
          <a:xfrm>
            <a:off x="1439363" y="1888300"/>
            <a:ext cx="407400" cy="67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1</a:t>
            </a:r>
            <a:endParaRPr sz="1800">
              <a:solidFill>
                <a:schemeClr val="lt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083" name="Google Shape;1083;p60"/>
          <p:cNvSpPr txBox="1"/>
          <p:nvPr/>
        </p:nvSpPr>
        <p:spPr>
          <a:xfrm>
            <a:off x="4869875" y="1888350"/>
            <a:ext cx="407400" cy="67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2</a:t>
            </a:r>
            <a:endParaRPr sz="1800">
              <a:solidFill>
                <a:schemeClr val="lt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084" name="Google Shape;1084;p60"/>
          <p:cNvSpPr txBox="1"/>
          <p:nvPr/>
        </p:nvSpPr>
        <p:spPr>
          <a:xfrm>
            <a:off x="1439369" y="3258250"/>
            <a:ext cx="407400" cy="67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3</a:t>
            </a:r>
            <a:endParaRPr sz="1800">
              <a:solidFill>
                <a:schemeClr val="lt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085" name="Google Shape;1085;p60"/>
          <p:cNvSpPr txBox="1"/>
          <p:nvPr/>
        </p:nvSpPr>
        <p:spPr>
          <a:xfrm>
            <a:off x="4869881" y="3258250"/>
            <a:ext cx="407400" cy="67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4</a:t>
            </a:r>
            <a:endParaRPr sz="1800">
              <a:solidFill>
                <a:schemeClr val="lt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086" name="Google Shape;1086;p60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 title</a:t>
            </a:r>
            <a:endParaRPr/>
          </a:p>
        </p:txBody>
      </p:sp>
      <p:sp>
        <p:nvSpPr>
          <p:cNvPr id="1087" name="Google Shape;1087;p60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Marketing goals might include: reaching new audiences, generating new leads and sales, or strengthening existing customer relationships.</a:t>
            </a:r>
            <a:endParaRPr/>
          </a:p>
        </p:txBody>
      </p:sp>
      <p:sp>
        <p:nvSpPr>
          <p:cNvPr id="1088" name="Google Shape;1088;p60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 title</a:t>
            </a:r>
            <a:endParaRPr/>
          </a:p>
        </p:txBody>
      </p:sp>
      <p:sp>
        <p:nvSpPr>
          <p:cNvPr id="1089" name="Google Shape;1089;p60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 title</a:t>
            </a:r>
            <a:endParaRPr/>
          </a:p>
        </p:txBody>
      </p:sp>
      <p:sp>
        <p:nvSpPr>
          <p:cNvPr id="1090" name="Google Shape;1090;p60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Marketing goals might include: reaching new audiences, generating new leads and sales, or strengthening existing customer relationships.</a:t>
            </a:r>
            <a:endParaRPr/>
          </a:p>
        </p:txBody>
      </p:sp>
      <p:sp>
        <p:nvSpPr>
          <p:cNvPr id="1091" name="Google Shape;1091;p60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Marketing goals might include: reaching new audiences, generating new leads and sales, or strengthening existing customer relationships.</a:t>
            </a:r>
            <a:endParaRPr/>
          </a:p>
        </p:txBody>
      </p:sp>
      <p:sp>
        <p:nvSpPr>
          <p:cNvPr id="1092" name="Google Shape;1092;p60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Marketing goals might include: reaching new audiences, generating new leads and sales, or strengthening existing customer relationships.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p61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1098" name="Google Shape;1098;p61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Objectives</a:t>
            </a:r>
            <a:endParaRPr/>
          </a:p>
        </p:txBody>
      </p:sp>
      <p:sp>
        <p:nvSpPr>
          <p:cNvPr id="1099" name="Google Shape;1099;p61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1</a:t>
            </a:r>
            <a:endParaRPr/>
          </a:p>
        </p:txBody>
      </p:sp>
      <p:sp>
        <p:nvSpPr>
          <p:cNvPr id="1100" name="Google Shape;1100;p61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2</a:t>
            </a:r>
            <a:endParaRPr/>
          </a:p>
        </p:txBody>
      </p:sp>
      <p:sp>
        <p:nvSpPr>
          <p:cNvPr id="1101" name="Google Shape;1101;p61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3</a:t>
            </a:r>
            <a:endParaRPr/>
          </a:p>
        </p:txBody>
      </p:sp>
      <p:sp>
        <p:nvSpPr>
          <p:cNvPr id="1102" name="Google Shape;1102;p61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Activities</a:t>
            </a:r>
            <a:endParaRPr/>
          </a:p>
        </p:txBody>
      </p:sp>
      <p:sp>
        <p:nvSpPr>
          <p:cNvPr id="1103" name="Google Shape;1103;p61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Deliverables</a:t>
            </a:r>
            <a:endParaRPr/>
          </a:p>
        </p:txBody>
      </p:sp>
      <p:sp>
        <p:nvSpPr>
          <p:cNvPr id="1104" name="Google Shape;1104;p61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20650" lvl="0" marL="1143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➔"/>
            </a:pPr>
            <a:r>
              <a:rPr lang="en"/>
              <a:t>List final outcomes</a:t>
            </a:r>
            <a:endParaRPr/>
          </a:p>
          <a:p>
            <a:pPr indent="-120650" lvl="0" marL="1143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➔"/>
            </a:pPr>
            <a:r>
              <a:rPr lang="en"/>
              <a:t>These could be documents,  prototypes, or reports</a:t>
            </a:r>
            <a:endParaRPr/>
          </a:p>
        </p:txBody>
      </p:sp>
      <p:sp>
        <p:nvSpPr>
          <p:cNvPr id="1105" name="Google Shape;1105;p61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20650" lvl="0" marL="1143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➔"/>
            </a:pPr>
            <a:r>
              <a:rPr lang="en"/>
              <a:t>List key tasks</a:t>
            </a:r>
            <a:endParaRPr/>
          </a:p>
          <a:p>
            <a:pPr indent="-120650" lvl="0" marL="1143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➔"/>
            </a:pPr>
            <a:r>
              <a:rPr lang="en"/>
              <a:t>Be</a:t>
            </a:r>
            <a:r>
              <a:rPr lang="en"/>
              <a:t> specific and add as many as you need</a:t>
            </a:r>
            <a:endParaRPr/>
          </a:p>
        </p:txBody>
      </p:sp>
      <p:sp>
        <p:nvSpPr>
          <p:cNvPr id="1106" name="Google Shape;1106;p61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this slide to map out the steps in more detail. State the main objective for each phase. Think about what needs to be achieved.</a:t>
            </a:r>
            <a:endParaRPr/>
          </a:p>
        </p:txBody>
      </p:sp>
      <p:sp>
        <p:nvSpPr>
          <p:cNvPr id="1107" name="Google Shape;1107;p61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2065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➔"/>
            </a:pPr>
            <a:r>
              <a:rPr lang="en"/>
              <a:t>List final outcomes</a:t>
            </a:r>
            <a:endParaRPr/>
          </a:p>
          <a:p>
            <a:pPr indent="-12065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➔"/>
            </a:pPr>
            <a:r>
              <a:rPr lang="en"/>
              <a:t>These could be documents,  prototypes, or reports</a:t>
            </a:r>
            <a:endParaRPr/>
          </a:p>
        </p:txBody>
      </p:sp>
      <p:sp>
        <p:nvSpPr>
          <p:cNvPr id="1108" name="Google Shape;1108;p61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20650" lvl="0" marL="1143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➔"/>
            </a:pPr>
            <a:r>
              <a:rPr lang="en"/>
              <a:t>List key tasks</a:t>
            </a:r>
            <a:endParaRPr/>
          </a:p>
          <a:p>
            <a:pPr indent="-120650" lvl="0" marL="1143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➔"/>
            </a:pPr>
            <a:r>
              <a:rPr lang="en"/>
              <a:t>Be specific and add as many as you need</a:t>
            </a:r>
            <a:endParaRPr/>
          </a:p>
        </p:txBody>
      </p:sp>
      <p:sp>
        <p:nvSpPr>
          <p:cNvPr id="1109" name="Google Shape;1109;p61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this slide to map out the steps in more detail. State the main objective for each phase. Think about what needs to be achieved.</a:t>
            </a:r>
            <a:endParaRPr/>
          </a:p>
        </p:txBody>
      </p:sp>
      <p:sp>
        <p:nvSpPr>
          <p:cNvPr id="1110" name="Google Shape;1110;p61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20650" lvl="0" marL="1143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➔"/>
            </a:pPr>
            <a:r>
              <a:rPr lang="en"/>
              <a:t>List final outcomes</a:t>
            </a:r>
            <a:endParaRPr/>
          </a:p>
          <a:p>
            <a:pPr indent="-120650" lvl="0" marL="1143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➔"/>
            </a:pPr>
            <a:r>
              <a:rPr lang="en"/>
              <a:t>These could be documents,  prototypes, or reports</a:t>
            </a:r>
            <a:endParaRPr/>
          </a:p>
        </p:txBody>
      </p:sp>
      <p:sp>
        <p:nvSpPr>
          <p:cNvPr id="1111" name="Google Shape;1111;p61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20650" lvl="0" marL="1143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➔"/>
            </a:pPr>
            <a:r>
              <a:rPr lang="en"/>
              <a:t>List key tasks</a:t>
            </a:r>
            <a:endParaRPr/>
          </a:p>
          <a:p>
            <a:pPr indent="-120650" lvl="0" marL="1143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➔"/>
            </a:pPr>
            <a:r>
              <a:rPr lang="en"/>
              <a:t>Be specific and add as many as you need</a:t>
            </a:r>
            <a:endParaRPr/>
          </a:p>
        </p:txBody>
      </p:sp>
      <p:sp>
        <p:nvSpPr>
          <p:cNvPr id="1112" name="Google Shape;1112;p61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this slide to map out the steps in more detail. State the main objective for each phase. Think about what needs to be achieved.</a:t>
            </a:r>
            <a:endParaRPr/>
          </a:p>
        </p:txBody>
      </p:sp>
      <p:sp>
        <p:nvSpPr>
          <p:cNvPr id="1113" name="Google Shape;1113;p61"/>
          <p:cNvSpPr txBox="1"/>
          <p:nvPr>
            <p:ph idx="19" type="title"/>
          </p:nvPr>
        </p:nvSpPr>
        <p:spPr>
          <a:xfrm>
            <a:off x="38100" y="319650"/>
            <a:ext cx="3116700" cy="431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roadmap</a:t>
            </a:r>
            <a:endParaRPr/>
          </a:p>
        </p:txBody>
      </p:sp>
      <p:sp>
        <p:nvSpPr>
          <p:cNvPr id="1114" name="Google Shape;1114;p61"/>
          <p:cNvSpPr txBox="1"/>
          <p:nvPr>
            <p:ph idx="20" type="title"/>
          </p:nvPr>
        </p:nvSpPr>
        <p:spPr>
          <a:xfrm>
            <a:off x="228600" y="4773281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  <p:cxnSp>
        <p:nvCxnSpPr>
          <p:cNvPr id="1115" name="Google Shape;1115;p61"/>
          <p:cNvCxnSpPr/>
          <p:nvPr/>
        </p:nvCxnSpPr>
        <p:spPr>
          <a:xfrm>
            <a:off x="1409275" y="1385175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p62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Objectives</a:t>
            </a:r>
            <a:endParaRPr/>
          </a:p>
        </p:txBody>
      </p:sp>
      <p:sp>
        <p:nvSpPr>
          <p:cNvPr id="1121" name="Google Shape;1121;p62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2</a:t>
            </a:r>
            <a:endParaRPr/>
          </a:p>
        </p:txBody>
      </p:sp>
      <p:sp>
        <p:nvSpPr>
          <p:cNvPr id="1122" name="Google Shape;1122;p62"/>
          <p:cNvSpPr txBox="1"/>
          <p:nvPr>
            <p:ph idx="4" type="title"/>
          </p:nvPr>
        </p:nvSpPr>
        <p:spPr>
          <a:xfrm>
            <a:off x="38100" y="319650"/>
            <a:ext cx="3116700" cy="431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roadmap</a:t>
            </a:r>
            <a:endParaRPr/>
          </a:p>
        </p:txBody>
      </p:sp>
      <p:sp>
        <p:nvSpPr>
          <p:cNvPr id="1123" name="Google Shape;1123;p62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1</a:t>
            </a:r>
            <a:endParaRPr/>
          </a:p>
        </p:txBody>
      </p:sp>
      <p:sp>
        <p:nvSpPr>
          <p:cNvPr id="1124" name="Google Shape;1124;p62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3</a:t>
            </a:r>
            <a:endParaRPr/>
          </a:p>
        </p:txBody>
      </p:sp>
      <p:sp>
        <p:nvSpPr>
          <p:cNvPr id="1125" name="Google Shape;1125;p62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Activities</a:t>
            </a:r>
            <a:endParaRPr/>
          </a:p>
        </p:txBody>
      </p:sp>
      <p:sp>
        <p:nvSpPr>
          <p:cNvPr id="1126" name="Google Shape;1126;p62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Deliverables</a:t>
            </a:r>
            <a:endParaRPr/>
          </a:p>
        </p:txBody>
      </p:sp>
      <p:sp>
        <p:nvSpPr>
          <p:cNvPr id="1127" name="Google Shape;1127;p62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1128" name="Google Shape;1128;p62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20650" lvl="0" marL="1143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➔"/>
            </a:pPr>
            <a:r>
              <a:rPr lang="en">
                <a:solidFill>
                  <a:schemeClr val="dk2"/>
                </a:solidFill>
              </a:rPr>
              <a:t>List key tasks</a:t>
            </a:r>
            <a:endParaRPr>
              <a:solidFill>
                <a:schemeClr val="dk2"/>
              </a:solidFill>
            </a:endParaRPr>
          </a:p>
          <a:p>
            <a:pPr indent="-120650" lvl="0" marL="1143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➔"/>
            </a:pPr>
            <a:r>
              <a:rPr lang="en">
                <a:solidFill>
                  <a:schemeClr val="dk2"/>
                </a:solidFill>
              </a:rPr>
              <a:t>Be specific and add as many as you need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29" name="Google Shape;1129;p62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Use this slide to map out the steps in more detail. State the main objective for each phase. Think about what needs to be achieved.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30" name="Google Shape;1130;p62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Use this slide to map out the steps in more detail. State the main objective for each phase. Think about what needs to be achieved.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31" name="Google Shape;1131;p62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Use this slide to map out the steps in more detail. State the main objective for each phase. Think about what needs to be achieved.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32" name="Google Shape;1132;p62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2065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➔"/>
            </a:pPr>
            <a:r>
              <a:rPr lang="en">
                <a:solidFill>
                  <a:schemeClr val="dk2"/>
                </a:solidFill>
              </a:rPr>
              <a:t>List final outcomes</a:t>
            </a:r>
            <a:endParaRPr>
              <a:solidFill>
                <a:schemeClr val="dk2"/>
              </a:solidFill>
            </a:endParaRPr>
          </a:p>
          <a:p>
            <a:pPr indent="-12065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➔"/>
            </a:pPr>
            <a:r>
              <a:rPr lang="en">
                <a:solidFill>
                  <a:schemeClr val="dk2"/>
                </a:solidFill>
              </a:rPr>
              <a:t>These could be documents,  prototypes, or reports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33" name="Google Shape;1133;p62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20650" lvl="0" marL="1143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➔"/>
            </a:pPr>
            <a:r>
              <a:rPr lang="en">
                <a:solidFill>
                  <a:schemeClr val="dk2"/>
                </a:solidFill>
              </a:rPr>
              <a:t>List final outcomes</a:t>
            </a:r>
            <a:endParaRPr>
              <a:solidFill>
                <a:schemeClr val="dk2"/>
              </a:solidFill>
            </a:endParaRPr>
          </a:p>
          <a:p>
            <a:pPr indent="-120650" lvl="0" marL="1143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➔"/>
            </a:pPr>
            <a:r>
              <a:rPr lang="en">
                <a:solidFill>
                  <a:schemeClr val="dk2"/>
                </a:solidFill>
              </a:rPr>
              <a:t>These could be documents,  prototypes, or reports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34" name="Google Shape;1134;p62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20650" lvl="0" marL="1143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➔"/>
            </a:pPr>
            <a:r>
              <a:rPr lang="en">
                <a:solidFill>
                  <a:schemeClr val="dk2"/>
                </a:solidFill>
              </a:rPr>
              <a:t>List key tasks</a:t>
            </a:r>
            <a:endParaRPr>
              <a:solidFill>
                <a:schemeClr val="dk2"/>
              </a:solidFill>
            </a:endParaRPr>
          </a:p>
          <a:p>
            <a:pPr indent="-120650" lvl="0" marL="1143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➔"/>
            </a:pPr>
            <a:r>
              <a:rPr lang="en">
                <a:solidFill>
                  <a:schemeClr val="dk2"/>
                </a:solidFill>
              </a:rPr>
              <a:t>Be specific and add as many as you need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35" name="Google Shape;1135;p62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20650" lvl="0" marL="1143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➔"/>
            </a:pPr>
            <a:r>
              <a:rPr lang="en">
                <a:solidFill>
                  <a:schemeClr val="dk2"/>
                </a:solidFill>
              </a:rPr>
              <a:t>List key tasks</a:t>
            </a:r>
            <a:endParaRPr>
              <a:solidFill>
                <a:schemeClr val="dk2"/>
              </a:solidFill>
            </a:endParaRPr>
          </a:p>
          <a:p>
            <a:pPr indent="-120650" lvl="0" marL="1143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➔"/>
            </a:pPr>
            <a:r>
              <a:rPr lang="en">
                <a:solidFill>
                  <a:schemeClr val="dk2"/>
                </a:solidFill>
              </a:rPr>
              <a:t>Be specific and add as many as you need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36" name="Google Shape;1136;p62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20650" lvl="0" marL="1143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➔"/>
            </a:pPr>
            <a:r>
              <a:rPr lang="en">
                <a:solidFill>
                  <a:schemeClr val="dk2"/>
                </a:solidFill>
              </a:rPr>
              <a:t>List final outcomes</a:t>
            </a:r>
            <a:endParaRPr>
              <a:solidFill>
                <a:schemeClr val="dk2"/>
              </a:solidFill>
            </a:endParaRPr>
          </a:p>
          <a:p>
            <a:pPr indent="-120650" lvl="0" marL="1143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➔"/>
            </a:pPr>
            <a:r>
              <a:rPr lang="en">
                <a:solidFill>
                  <a:schemeClr val="dk2"/>
                </a:solidFill>
              </a:rPr>
              <a:t>These could be documents,  prototypes, or reports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37" name="Google Shape;1137;p62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  <p:cxnSp>
        <p:nvCxnSpPr>
          <p:cNvPr id="1138" name="Google Shape;1138;p62"/>
          <p:cNvCxnSpPr/>
          <p:nvPr/>
        </p:nvCxnSpPr>
        <p:spPr>
          <a:xfrm>
            <a:off x="1409275" y="1385175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p63"/>
          <p:cNvSpPr/>
          <p:nvPr/>
        </p:nvSpPr>
        <p:spPr>
          <a:xfrm rot="-5400000">
            <a:off x="1897551" y="1618189"/>
            <a:ext cx="1158900" cy="2710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44" name="Google Shape;1144;p63"/>
          <p:cNvSpPr/>
          <p:nvPr/>
        </p:nvSpPr>
        <p:spPr>
          <a:xfrm rot="-5400000">
            <a:off x="4385907" y="1618189"/>
            <a:ext cx="1158900" cy="2710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45" name="Google Shape;1145;p63"/>
          <p:cNvSpPr/>
          <p:nvPr/>
        </p:nvSpPr>
        <p:spPr>
          <a:xfrm rot="-5400000">
            <a:off x="1897551" y="2783025"/>
            <a:ext cx="1158900" cy="2710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46" name="Google Shape;1146;p63"/>
          <p:cNvSpPr/>
          <p:nvPr/>
        </p:nvSpPr>
        <p:spPr>
          <a:xfrm rot="-5400000">
            <a:off x="4385907" y="2777212"/>
            <a:ext cx="1158900" cy="2710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47" name="Google Shape;1147;p63"/>
          <p:cNvSpPr/>
          <p:nvPr/>
        </p:nvSpPr>
        <p:spPr>
          <a:xfrm rot="-5400000">
            <a:off x="1897551" y="453437"/>
            <a:ext cx="1158900" cy="2710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48" name="Google Shape;1148;p63"/>
          <p:cNvSpPr/>
          <p:nvPr/>
        </p:nvSpPr>
        <p:spPr>
          <a:xfrm rot="-5400000">
            <a:off x="4385907" y="453494"/>
            <a:ext cx="1158900" cy="2710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49" name="Google Shape;1149;p63"/>
          <p:cNvSpPr/>
          <p:nvPr/>
        </p:nvSpPr>
        <p:spPr>
          <a:xfrm rot="5400000">
            <a:off x="6874232" y="1618122"/>
            <a:ext cx="1158900" cy="27108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50" name="Google Shape;1150;p63"/>
          <p:cNvSpPr/>
          <p:nvPr/>
        </p:nvSpPr>
        <p:spPr>
          <a:xfrm rot="5400000">
            <a:off x="6874232" y="2771846"/>
            <a:ext cx="1158900" cy="27108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51" name="Google Shape;1151;p63"/>
          <p:cNvSpPr/>
          <p:nvPr/>
        </p:nvSpPr>
        <p:spPr>
          <a:xfrm rot="5400000">
            <a:off x="6874232" y="469458"/>
            <a:ext cx="1158900" cy="27108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52" name="Google Shape;1152;p63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Objectives</a:t>
            </a:r>
            <a:endParaRPr/>
          </a:p>
        </p:txBody>
      </p:sp>
      <p:sp>
        <p:nvSpPr>
          <p:cNvPr id="1153" name="Google Shape;1153;p63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2</a:t>
            </a:r>
            <a:endParaRPr/>
          </a:p>
        </p:txBody>
      </p:sp>
      <p:sp>
        <p:nvSpPr>
          <p:cNvPr id="1154" name="Google Shape;1154;p63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Activities</a:t>
            </a:r>
            <a:endParaRPr/>
          </a:p>
        </p:txBody>
      </p:sp>
      <p:sp>
        <p:nvSpPr>
          <p:cNvPr id="1155" name="Google Shape;1155;p63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Deliverables</a:t>
            </a:r>
            <a:endParaRPr/>
          </a:p>
        </p:txBody>
      </p:sp>
      <p:sp>
        <p:nvSpPr>
          <p:cNvPr id="1156" name="Google Shape;1156;p63"/>
          <p:cNvSpPr txBox="1"/>
          <p:nvPr>
            <p:ph idx="20" type="title"/>
          </p:nvPr>
        </p:nvSpPr>
        <p:spPr>
          <a:xfrm>
            <a:off x="38100" y="319650"/>
            <a:ext cx="3116700" cy="431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roadmap</a:t>
            </a:r>
            <a:endParaRPr/>
          </a:p>
        </p:txBody>
      </p:sp>
      <p:sp>
        <p:nvSpPr>
          <p:cNvPr id="1157" name="Google Shape;1157;p63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1</a:t>
            </a:r>
            <a:endParaRPr/>
          </a:p>
        </p:txBody>
      </p:sp>
      <p:sp>
        <p:nvSpPr>
          <p:cNvPr id="1158" name="Google Shape;1158;p63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3</a:t>
            </a:r>
            <a:endParaRPr/>
          </a:p>
        </p:txBody>
      </p:sp>
      <p:sp>
        <p:nvSpPr>
          <p:cNvPr id="1159" name="Google Shape;1159;p63"/>
          <p:cNvSpPr txBox="1"/>
          <p:nvPr>
            <p:ph idx="16" type="title"/>
          </p:nvPr>
        </p:nvSpPr>
        <p:spPr>
          <a:xfrm>
            <a:off x="1328751" y="1346706"/>
            <a:ext cx="2296500" cy="9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this slide to map out the steps in more detail. State the main objective for each phase. Think about what needs to be achieved.</a:t>
            </a:r>
            <a:endParaRPr/>
          </a:p>
        </p:txBody>
      </p:sp>
      <p:sp>
        <p:nvSpPr>
          <p:cNvPr id="1160" name="Google Shape;1160;p63"/>
          <p:cNvSpPr txBox="1"/>
          <p:nvPr>
            <p:ph idx="17" type="title"/>
          </p:nvPr>
        </p:nvSpPr>
        <p:spPr>
          <a:xfrm>
            <a:off x="1328751" y="2511458"/>
            <a:ext cx="2296500" cy="9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this slide to map out the steps in more detail. State the main objective for each phase. Think about what needs to be achieved.</a:t>
            </a:r>
            <a:endParaRPr/>
          </a:p>
        </p:txBody>
      </p:sp>
      <p:sp>
        <p:nvSpPr>
          <p:cNvPr id="1161" name="Google Shape;1161;p63"/>
          <p:cNvSpPr txBox="1"/>
          <p:nvPr>
            <p:ph idx="18" type="title"/>
          </p:nvPr>
        </p:nvSpPr>
        <p:spPr>
          <a:xfrm>
            <a:off x="1328751" y="3676294"/>
            <a:ext cx="2296500" cy="9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this slide to map out the steps in more detail. State the main objective for each phase. Think about what needs to be achieved.</a:t>
            </a:r>
            <a:endParaRPr/>
          </a:p>
        </p:txBody>
      </p:sp>
      <p:sp>
        <p:nvSpPr>
          <p:cNvPr id="1162" name="Google Shape;1162;p63"/>
          <p:cNvSpPr txBox="1"/>
          <p:nvPr>
            <p:ph idx="14" type="title"/>
          </p:nvPr>
        </p:nvSpPr>
        <p:spPr>
          <a:xfrm>
            <a:off x="6373532" y="1369856"/>
            <a:ext cx="2160300" cy="9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2065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</a:pPr>
            <a:r>
              <a:rPr lang="en"/>
              <a:t>List final outcomes </a:t>
            </a:r>
            <a:endParaRPr/>
          </a:p>
          <a:p>
            <a:pPr indent="-120650" lvl="0" marL="1143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</a:pPr>
            <a:r>
              <a:rPr lang="en"/>
              <a:t>These could be documents,  prototypes, or reports</a:t>
            </a:r>
            <a:endParaRPr/>
          </a:p>
        </p:txBody>
      </p:sp>
      <p:sp>
        <p:nvSpPr>
          <p:cNvPr id="1163" name="Google Shape;1163;p63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  <p:sp>
        <p:nvSpPr>
          <p:cNvPr id="1164" name="Google Shape;1164;p63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1165" name="Google Shape;1165;p63"/>
          <p:cNvSpPr txBox="1"/>
          <p:nvPr>
            <p:ph idx="7" type="title"/>
          </p:nvPr>
        </p:nvSpPr>
        <p:spPr>
          <a:xfrm>
            <a:off x="3885207" y="1353963"/>
            <a:ext cx="2160300" cy="9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2065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</a:pPr>
            <a:r>
              <a:rPr lang="en"/>
              <a:t>List key tasks </a:t>
            </a:r>
            <a:endParaRPr/>
          </a:p>
          <a:p>
            <a:pPr indent="-12065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</a:pPr>
            <a:r>
              <a:rPr lang="en"/>
              <a:t>Be specific and add as many as you need</a:t>
            </a:r>
            <a:endParaRPr/>
          </a:p>
        </p:txBody>
      </p:sp>
      <p:sp>
        <p:nvSpPr>
          <p:cNvPr id="1166" name="Google Shape;1166;p63"/>
          <p:cNvSpPr txBox="1"/>
          <p:nvPr>
            <p:ph idx="7" type="title"/>
          </p:nvPr>
        </p:nvSpPr>
        <p:spPr>
          <a:xfrm>
            <a:off x="3885207" y="2518658"/>
            <a:ext cx="2160300" cy="9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2065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</a:pPr>
            <a:r>
              <a:rPr lang="en"/>
              <a:t>List key tasks </a:t>
            </a:r>
            <a:endParaRPr/>
          </a:p>
          <a:p>
            <a:pPr indent="-12065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</a:pPr>
            <a:r>
              <a:rPr lang="en"/>
              <a:t>Be specific and add as many as you need</a:t>
            </a:r>
            <a:endParaRPr/>
          </a:p>
        </p:txBody>
      </p:sp>
      <p:sp>
        <p:nvSpPr>
          <p:cNvPr id="1167" name="Google Shape;1167;p63"/>
          <p:cNvSpPr txBox="1"/>
          <p:nvPr>
            <p:ph idx="7" type="title"/>
          </p:nvPr>
        </p:nvSpPr>
        <p:spPr>
          <a:xfrm>
            <a:off x="3885207" y="3677681"/>
            <a:ext cx="2160300" cy="9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2065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</a:pPr>
            <a:r>
              <a:rPr lang="en"/>
              <a:t>List key tasks </a:t>
            </a:r>
            <a:endParaRPr/>
          </a:p>
          <a:p>
            <a:pPr indent="-12065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</a:pPr>
            <a:r>
              <a:rPr lang="en"/>
              <a:t>Be specific and add as many as you need</a:t>
            </a:r>
            <a:endParaRPr/>
          </a:p>
        </p:txBody>
      </p:sp>
      <p:sp>
        <p:nvSpPr>
          <p:cNvPr id="1168" name="Google Shape;1168;p63"/>
          <p:cNvSpPr txBox="1"/>
          <p:nvPr>
            <p:ph idx="14" type="title"/>
          </p:nvPr>
        </p:nvSpPr>
        <p:spPr>
          <a:xfrm>
            <a:off x="6373532" y="2518520"/>
            <a:ext cx="2160300" cy="9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2065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</a:pPr>
            <a:r>
              <a:rPr lang="en"/>
              <a:t>List final outcomes </a:t>
            </a:r>
            <a:endParaRPr/>
          </a:p>
          <a:p>
            <a:pPr indent="-120650" lvl="0" marL="1143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</a:pPr>
            <a:r>
              <a:rPr lang="en"/>
              <a:t>These could be documents,  prototypes, or reports</a:t>
            </a:r>
            <a:endParaRPr/>
          </a:p>
        </p:txBody>
      </p:sp>
      <p:sp>
        <p:nvSpPr>
          <p:cNvPr id="1169" name="Google Shape;1169;p63"/>
          <p:cNvSpPr txBox="1"/>
          <p:nvPr>
            <p:ph idx="14" type="title"/>
          </p:nvPr>
        </p:nvSpPr>
        <p:spPr>
          <a:xfrm>
            <a:off x="6373532" y="3672244"/>
            <a:ext cx="2160300" cy="9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2065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</a:pPr>
            <a:r>
              <a:rPr lang="en"/>
              <a:t>List final outcomes </a:t>
            </a:r>
            <a:endParaRPr/>
          </a:p>
          <a:p>
            <a:pPr indent="-120650" lvl="0" marL="1143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</a:pPr>
            <a:r>
              <a:rPr lang="en"/>
              <a:t>These could be documents,  prototypes, or reports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miling business woman working with laptop while looking at camera in modern startup office" id="1174" name="Google Shape;1174;p64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50387" l="30620" r="34810" t="0"/>
          <a:stretch/>
        </p:blipFill>
        <p:spPr>
          <a:xfrm>
            <a:off x="227225" y="1832375"/>
            <a:ext cx="821100" cy="785401"/>
          </a:xfrm>
          <a:prstGeom prst="rect">
            <a:avLst/>
          </a:prstGeom>
        </p:spPr>
      </p:pic>
      <p:pic>
        <p:nvPicPr>
          <p:cNvPr descr="Portrait of smiling business woman with suit working in office " id="1175" name="Google Shape;1175;p64"/>
          <p:cNvPicPr preferRelativeResize="0"/>
          <p:nvPr>
            <p:ph idx="4" type="pic"/>
          </p:nvPr>
        </p:nvPicPr>
        <p:blipFill rotWithShape="1">
          <a:blip r:embed="rId4">
            <a:alphaModFix/>
          </a:blip>
          <a:srcRect b="46911" l="30916" r="34506" t="3501"/>
          <a:stretch/>
        </p:blipFill>
        <p:spPr>
          <a:xfrm>
            <a:off x="227225" y="2672425"/>
            <a:ext cx="821100" cy="785399"/>
          </a:xfrm>
          <a:prstGeom prst="rect">
            <a:avLst/>
          </a:prstGeom>
        </p:spPr>
      </p:pic>
      <p:pic>
        <p:nvPicPr>
          <p:cNvPr descr="Businessman using computer in office" id="1176" name="Google Shape;1176;p64"/>
          <p:cNvPicPr preferRelativeResize="0"/>
          <p:nvPr>
            <p:ph idx="5" type="pic"/>
          </p:nvPr>
        </p:nvPicPr>
        <p:blipFill rotWithShape="1">
          <a:blip r:embed="rId5">
            <a:alphaModFix/>
          </a:blip>
          <a:srcRect b="39722" l="23995" r="37508" t="35717"/>
          <a:stretch/>
        </p:blipFill>
        <p:spPr>
          <a:xfrm>
            <a:off x="227225" y="3512475"/>
            <a:ext cx="821099" cy="785398"/>
          </a:xfrm>
          <a:prstGeom prst="rect">
            <a:avLst/>
          </a:prstGeom>
        </p:spPr>
      </p:pic>
      <p:sp>
        <p:nvSpPr>
          <p:cNvPr id="1177" name="Google Shape;1177;p64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Contact list</a:t>
            </a:r>
            <a:endParaRPr/>
          </a:p>
        </p:txBody>
      </p:sp>
      <p:sp>
        <p:nvSpPr>
          <p:cNvPr id="1178" name="Google Shape;1178;p64"/>
          <p:cNvSpPr txBox="1"/>
          <p:nvPr>
            <p:ph idx="9" type="title"/>
          </p:nvPr>
        </p:nvSpPr>
        <p:spPr>
          <a:xfrm>
            <a:off x="3820750" y="1711525"/>
            <a:ext cx="1800000" cy="12621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Briefing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Meeting minutes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Concept deck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Comms </a:t>
            </a:r>
            <a:r>
              <a:rPr lang="en">
                <a:latin typeface="Sora"/>
                <a:ea typeface="Sora"/>
                <a:cs typeface="Sora"/>
                <a:sym typeface="Sora"/>
              </a:rPr>
              <a:t>plan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Image library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79" name="Google Shape;1179;p64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Brand assets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Style guides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Case studies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White paper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O</a:t>
            </a:r>
            <a:r>
              <a:rPr lang="en">
                <a:latin typeface="Sora"/>
                <a:ea typeface="Sora"/>
                <a:cs typeface="Sora"/>
                <a:sym typeface="Sora"/>
              </a:rPr>
              <a:t>t</a:t>
            </a:r>
            <a:r>
              <a:rPr lang="en">
                <a:latin typeface="Sora"/>
                <a:ea typeface="Sora"/>
                <a:cs typeface="Sora"/>
                <a:sym typeface="Sora"/>
              </a:rPr>
              <a:t>her files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80" name="Google Shape;1180;p64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O</a:t>
            </a:r>
            <a:r>
              <a:rPr lang="en">
                <a:latin typeface="Sora"/>
                <a:ea typeface="Sora"/>
                <a:cs typeface="Sora"/>
                <a:sym typeface="Sora"/>
              </a:rPr>
              <a:t>t</a:t>
            </a:r>
            <a:r>
              <a:rPr lang="en">
                <a:latin typeface="Sora"/>
                <a:ea typeface="Sora"/>
                <a:cs typeface="Sora"/>
                <a:sym typeface="Sora"/>
              </a:rPr>
              <a:t>her files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Other files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Other files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Other files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Other files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81" name="Google Shape;1181;p64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 Medium"/>
                <a:ea typeface="Sora Medium"/>
                <a:cs typeface="Sora Medium"/>
                <a:sym typeface="Sora Medium"/>
              </a:rPr>
              <a:t>Full </a:t>
            </a:r>
            <a:r>
              <a:rPr lang="en">
                <a:latin typeface="Sora Medium"/>
                <a:ea typeface="Sora Medium"/>
                <a:cs typeface="Sora Medium"/>
                <a:sym typeface="Sora Medium"/>
              </a:rPr>
              <a:t>Name</a:t>
            </a:r>
            <a:endParaRPr>
              <a:latin typeface="Sora Medium"/>
              <a:ea typeface="Sora Medium"/>
              <a:cs typeface="Sora Medium"/>
              <a:sym typeface="Sora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Email</a:t>
            </a:r>
            <a:endParaRPr/>
          </a:p>
        </p:txBody>
      </p:sp>
      <p:sp>
        <p:nvSpPr>
          <p:cNvPr id="1182" name="Google Shape;1182;p64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 Medium"/>
                <a:ea typeface="Sora Medium"/>
                <a:cs typeface="Sora Medium"/>
                <a:sym typeface="Sora Medium"/>
              </a:rPr>
              <a:t>Full </a:t>
            </a:r>
            <a:r>
              <a:rPr lang="en">
                <a:latin typeface="Sora Medium"/>
                <a:ea typeface="Sora Medium"/>
                <a:cs typeface="Sora Medium"/>
                <a:sym typeface="Sora Medium"/>
              </a:rPr>
              <a:t>Name</a:t>
            </a:r>
            <a:endParaRPr>
              <a:latin typeface="Sora Medium"/>
              <a:ea typeface="Sora Medium"/>
              <a:cs typeface="Sora Medium"/>
              <a:sym typeface="Sora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Email</a:t>
            </a:r>
            <a:endParaRPr/>
          </a:p>
        </p:txBody>
      </p:sp>
      <p:sp>
        <p:nvSpPr>
          <p:cNvPr id="1183" name="Google Shape;1183;p64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Full </a:t>
            </a:r>
            <a:r>
              <a:rPr b="1" lang="en"/>
              <a:t>Name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Email</a:t>
            </a:r>
            <a:endParaRPr/>
          </a:p>
        </p:txBody>
      </p:sp>
      <p:sp>
        <p:nvSpPr>
          <p:cNvPr id="1184" name="Google Shape;1184;p64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Links to key files and documents</a:t>
            </a:r>
            <a:endParaRPr/>
          </a:p>
        </p:txBody>
      </p:sp>
      <p:sp>
        <p:nvSpPr>
          <p:cNvPr id="1185" name="Google Shape;1185;p64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1186" name="Google Shape;1186;p64"/>
          <p:cNvSpPr txBox="1"/>
          <p:nvPr>
            <p:ph idx="16" type="title"/>
          </p:nvPr>
        </p:nvSpPr>
        <p:spPr>
          <a:xfrm>
            <a:off x="93381" y="502775"/>
            <a:ext cx="71781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Resources</a:t>
            </a:r>
            <a:endParaRPr/>
          </a:p>
        </p:txBody>
      </p:sp>
      <p:sp>
        <p:nvSpPr>
          <p:cNvPr id="1187" name="Google Shape;1187;p64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  <p:sp>
        <p:nvSpPr>
          <p:cNvPr id="1188" name="Google Shape;1188;p64"/>
          <p:cNvSpPr/>
          <p:nvPr/>
        </p:nvSpPr>
        <p:spPr>
          <a:xfrm flipH="1" rot="10800000">
            <a:off x="3820750" y="1627625"/>
            <a:ext cx="53232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2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3" name="Google Shape;1193;p65"/>
          <p:cNvGrpSpPr/>
          <p:nvPr/>
        </p:nvGrpSpPr>
        <p:grpSpPr>
          <a:xfrm>
            <a:off x="7606813" y="703147"/>
            <a:ext cx="1133946" cy="748551"/>
            <a:chOff x="5697850" y="709700"/>
            <a:chExt cx="1039745" cy="831815"/>
          </a:xfrm>
        </p:grpSpPr>
        <p:sp>
          <p:nvSpPr>
            <p:cNvPr id="1194" name="Google Shape;1194;p65"/>
            <p:cNvSpPr/>
            <p:nvPr/>
          </p:nvSpPr>
          <p:spPr>
            <a:xfrm>
              <a:off x="5697850" y="709700"/>
              <a:ext cx="206400" cy="170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R</a:t>
              </a:r>
              <a:endParaRPr sz="9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195" name="Google Shape;1195;p65"/>
            <p:cNvSpPr/>
            <p:nvPr/>
          </p:nvSpPr>
          <p:spPr>
            <a:xfrm>
              <a:off x="5975892" y="737602"/>
              <a:ext cx="718800" cy="11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Responsible</a:t>
              </a:r>
              <a:endParaRPr sz="9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196" name="Google Shape;1196;p65"/>
            <p:cNvSpPr/>
            <p:nvPr/>
          </p:nvSpPr>
          <p:spPr>
            <a:xfrm>
              <a:off x="5697850" y="927853"/>
              <a:ext cx="206400" cy="170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A</a:t>
              </a:r>
              <a:endParaRPr sz="9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197" name="Google Shape;1197;p65"/>
            <p:cNvSpPr/>
            <p:nvPr/>
          </p:nvSpPr>
          <p:spPr>
            <a:xfrm>
              <a:off x="5975895" y="955742"/>
              <a:ext cx="761700" cy="11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Accountable</a:t>
              </a:r>
              <a:endParaRPr sz="9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198" name="Google Shape;1198;p65"/>
            <p:cNvSpPr/>
            <p:nvPr/>
          </p:nvSpPr>
          <p:spPr>
            <a:xfrm>
              <a:off x="5697850" y="1146003"/>
              <a:ext cx="206400" cy="170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C</a:t>
              </a:r>
              <a:endParaRPr sz="9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199" name="Google Shape;1199;p65"/>
            <p:cNvSpPr/>
            <p:nvPr/>
          </p:nvSpPr>
          <p:spPr>
            <a:xfrm>
              <a:off x="5975895" y="1173892"/>
              <a:ext cx="761700" cy="11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Consulted</a:t>
              </a:r>
              <a:endParaRPr sz="9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200" name="Google Shape;1200;p65"/>
            <p:cNvSpPr/>
            <p:nvPr/>
          </p:nvSpPr>
          <p:spPr>
            <a:xfrm>
              <a:off x="5697850" y="1371115"/>
              <a:ext cx="206400" cy="170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I</a:t>
              </a:r>
              <a:endParaRPr sz="9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201" name="Google Shape;1201;p65"/>
            <p:cNvSpPr/>
            <p:nvPr/>
          </p:nvSpPr>
          <p:spPr>
            <a:xfrm>
              <a:off x="5975895" y="1392054"/>
              <a:ext cx="761700" cy="11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Informed </a:t>
              </a:r>
              <a:endParaRPr sz="9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202" name="Google Shape;1202;p65"/>
          <p:cNvSpPr txBox="1"/>
          <p:nvPr>
            <p:ph idx="3" type="title"/>
          </p:nvPr>
        </p:nvSpPr>
        <p:spPr>
          <a:xfrm>
            <a:off x="228600" y="4748562"/>
            <a:ext cx="1939200" cy="189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  <p:sp>
        <p:nvSpPr>
          <p:cNvPr id="1203" name="Google Shape;1203;p6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1204" name="Google Shape;1204;p65"/>
          <p:cNvSpPr txBox="1"/>
          <p:nvPr>
            <p:ph idx="2" type="title"/>
          </p:nvPr>
        </p:nvSpPr>
        <p:spPr>
          <a:xfrm>
            <a:off x="115025" y="502775"/>
            <a:ext cx="5829000" cy="118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RACI matrix project </a:t>
            </a:r>
            <a:r>
              <a:rPr lang="en"/>
              <a:t>management</a:t>
            </a:r>
            <a:r>
              <a:rPr lang="en"/>
              <a:t> </a:t>
            </a:r>
            <a:endParaRPr/>
          </a:p>
        </p:txBody>
      </p:sp>
      <p:grpSp>
        <p:nvGrpSpPr>
          <p:cNvPr id="1205" name="Google Shape;1205;p65"/>
          <p:cNvGrpSpPr/>
          <p:nvPr/>
        </p:nvGrpSpPr>
        <p:grpSpPr>
          <a:xfrm>
            <a:off x="242650" y="1752913"/>
            <a:ext cx="8498175" cy="2460738"/>
            <a:chOff x="242650" y="1752913"/>
            <a:chExt cx="8498175" cy="2460738"/>
          </a:xfrm>
        </p:grpSpPr>
        <p:sp>
          <p:nvSpPr>
            <p:cNvPr id="1206" name="Google Shape;1206;p65"/>
            <p:cNvSpPr/>
            <p:nvPr/>
          </p:nvSpPr>
          <p:spPr>
            <a:xfrm>
              <a:off x="2267925" y="2199375"/>
              <a:ext cx="842400" cy="2688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2"/>
                </a:gs>
                <a:gs pos="4000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R</a:t>
              </a:r>
              <a:endParaRPr b="1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207" name="Google Shape;1207;p65"/>
            <p:cNvSpPr/>
            <p:nvPr/>
          </p:nvSpPr>
          <p:spPr>
            <a:xfrm>
              <a:off x="242650" y="2165350"/>
              <a:ext cx="1430100" cy="357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Project stage 1 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208" name="Google Shape;1208;p65"/>
            <p:cNvSpPr/>
            <p:nvPr/>
          </p:nvSpPr>
          <p:spPr>
            <a:xfrm>
              <a:off x="242650" y="2588025"/>
              <a:ext cx="1430100" cy="357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Project stage 2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209" name="Google Shape;1209;p65"/>
            <p:cNvSpPr/>
            <p:nvPr/>
          </p:nvSpPr>
          <p:spPr>
            <a:xfrm>
              <a:off x="242650" y="3010700"/>
              <a:ext cx="1430100" cy="357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Project stage 3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210" name="Google Shape;1210;p65"/>
            <p:cNvSpPr/>
            <p:nvPr/>
          </p:nvSpPr>
          <p:spPr>
            <a:xfrm>
              <a:off x="242650" y="3433375"/>
              <a:ext cx="1430100" cy="357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Project stage 4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211" name="Google Shape;1211;p65"/>
            <p:cNvSpPr/>
            <p:nvPr/>
          </p:nvSpPr>
          <p:spPr>
            <a:xfrm>
              <a:off x="242650" y="3856050"/>
              <a:ext cx="1430100" cy="357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Project stage 5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212" name="Google Shape;1212;p65"/>
            <p:cNvSpPr/>
            <p:nvPr/>
          </p:nvSpPr>
          <p:spPr>
            <a:xfrm>
              <a:off x="2267925" y="2632425"/>
              <a:ext cx="842400" cy="2688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2"/>
                </a:gs>
                <a:gs pos="4000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R</a:t>
              </a:r>
              <a:endParaRPr b="1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213" name="Google Shape;1213;p65"/>
            <p:cNvSpPr/>
            <p:nvPr/>
          </p:nvSpPr>
          <p:spPr>
            <a:xfrm>
              <a:off x="2267925" y="3055100"/>
              <a:ext cx="842400" cy="2688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2"/>
                </a:gs>
                <a:gs pos="4000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R</a:t>
              </a:r>
              <a:endParaRPr b="1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214" name="Google Shape;1214;p65"/>
            <p:cNvSpPr/>
            <p:nvPr/>
          </p:nvSpPr>
          <p:spPr>
            <a:xfrm>
              <a:off x="2267925" y="3477775"/>
              <a:ext cx="842400" cy="2688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A</a:t>
              </a:r>
              <a:endParaRPr b="1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215" name="Google Shape;1215;p65"/>
            <p:cNvSpPr/>
            <p:nvPr/>
          </p:nvSpPr>
          <p:spPr>
            <a:xfrm>
              <a:off x="2267925" y="3887963"/>
              <a:ext cx="842400" cy="2688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3"/>
                </a:gs>
                <a:gs pos="7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C</a:t>
              </a:r>
              <a:endParaRPr b="1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216" name="Google Shape;1216;p65"/>
            <p:cNvSpPr/>
            <p:nvPr/>
          </p:nvSpPr>
          <p:spPr>
            <a:xfrm>
              <a:off x="4013688" y="2199363"/>
              <a:ext cx="842400" cy="2688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A</a:t>
              </a:r>
              <a:endParaRPr b="1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217" name="Google Shape;1217;p65"/>
            <p:cNvSpPr/>
            <p:nvPr/>
          </p:nvSpPr>
          <p:spPr>
            <a:xfrm>
              <a:off x="4013688" y="2632413"/>
              <a:ext cx="842400" cy="2688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A</a:t>
              </a:r>
              <a:endParaRPr b="1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218" name="Google Shape;1218;p65"/>
            <p:cNvSpPr/>
            <p:nvPr/>
          </p:nvSpPr>
          <p:spPr>
            <a:xfrm>
              <a:off x="4013688" y="3055088"/>
              <a:ext cx="842400" cy="2688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4"/>
                </a:gs>
                <a:gs pos="53000">
                  <a:schemeClr val="accent4"/>
                </a:gs>
                <a:gs pos="100000">
                  <a:schemeClr val="accent3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I</a:t>
              </a:r>
              <a:endParaRPr b="1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219" name="Google Shape;1219;p65"/>
            <p:cNvSpPr/>
            <p:nvPr/>
          </p:nvSpPr>
          <p:spPr>
            <a:xfrm>
              <a:off x="4013688" y="3477763"/>
              <a:ext cx="842400" cy="2688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4"/>
                </a:gs>
                <a:gs pos="53000">
                  <a:schemeClr val="accent4"/>
                </a:gs>
                <a:gs pos="100000">
                  <a:schemeClr val="accent3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I</a:t>
              </a:r>
              <a:endParaRPr b="1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220" name="Google Shape;1220;p65"/>
            <p:cNvSpPr/>
            <p:nvPr/>
          </p:nvSpPr>
          <p:spPr>
            <a:xfrm>
              <a:off x="4013688" y="3887950"/>
              <a:ext cx="842400" cy="2688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4"/>
                </a:gs>
                <a:gs pos="53000">
                  <a:schemeClr val="accent4"/>
                </a:gs>
                <a:gs pos="100000">
                  <a:schemeClr val="accent3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I</a:t>
              </a:r>
              <a:endParaRPr b="1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221" name="Google Shape;1221;p65"/>
            <p:cNvSpPr/>
            <p:nvPr/>
          </p:nvSpPr>
          <p:spPr>
            <a:xfrm>
              <a:off x="5759475" y="2199363"/>
              <a:ext cx="842400" cy="2688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4"/>
                </a:gs>
                <a:gs pos="53000">
                  <a:schemeClr val="accent4"/>
                </a:gs>
                <a:gs pos="100000">
                  <a:schemeClr val="accent3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I</a:t>
              </a:r>
              <a:endParaRPr b="1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222" name="Google Shape;1222;p65"/>
            <p:cNvSpPr/>
            <p:nvPr/>
          </p:nvSpPr>
          <p:spPr>
            <a:xfrm>
              <a:off x="5759475" y="2632413"/>
              <a:ext cx="842400" cy="2688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4"/>
                </a:gs>
                <a:gs pos="53000">
                  <a:schemeClr val="accent4"/>
                </a:gs>
                <a:gs pos="100000">
                  <a:schemeClr val="accent3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I</a:t>
              </a:r>
              <a:endParaRPr b="1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223" name="Google Shape;1223;p65"/>
            <p:cNvSpPr/>
            <p:nvPr/>
          </p:nvSpPr>
          <p:spPr>
            <a:xfrm>
              <a:off x="5759475" y="3055088"/>
              <a:ext cx="842400" cy="2688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A</a:t>
              </a:r>
              <a:endParaRPr b="1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224" name="Google Shape;1224;p65"/>
            <p:cNvSpPr/>
            <p:nvPr/>
          </p:nvSpPr>
          <p:spPr>
            <a:xfrm>
              <a:off x="5759475" y="3477763"/>
              <a:ext cx="842400" cy="2688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3"/>
                </a:gs>
                <a:gs pos="7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C</a:t>
              </a:r>
              <a:endParaRPr b="1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225" name="Google Shape;1225;p65"/>
            <p:cNvSpPr/>
            <p:nvPr/>
          </p:nvSpPr>
          <p:spPr>
            <a:xfrm>
              <a:off x="5759475" y="3887950"/>
              <a:ext cx="842400" cy="2688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2"/>
                </a:gs>
                <a:gs pos="4000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R</a:t>
              </a:r>
              <a:endParaRPr b="1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226" name="Google Shape;1226;p65"/>
            <p:cNvSpPr/>
            <p:nvPr/>
          </p:nvSpPr>
          <p:spPr>
            <a:xfrm>
              <a:off x="7505250" y="2188988"/>
              <a:ext cx="842400" cy="2688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3"/>
                </a:gs>
                <a:gs pos="7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C</a:t>
              </a:r>
              <a:endParaRPr b="1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227" name="Google Shape;1227;p65"/>
            <p:cNvSpPr/>
            <p:nvPr/>
          </p:nvSpPr>
          <p:spPr>
            <a:xfrm>
              <a:off x="7505250" y="2622038"/>
              <a:ext cx="842400" cy="2688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3"/>
                </a:gs>
                <a:gs pos="7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C</a:t>
              </a:r>
              <a:endParaRPr b="1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228" name="Google Shape;1228;p65"/>
            <p:cNvSpPr/>
            <p:nvPr/>
          </p:nvSpPr>
          <p:spPr>
            <a:xfrm>
              <a:off x="7505250" y="3044713"/>
              <a:ext cx="842400" cy="2688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3"/>
                </a:gs>
                <a:gs pos="7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C</a:t>
              </a:r>
              <a:endParaRPr b="1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229" name="Google Shape;1229;p65"/>
            <p:cNvSpPr/>
            <p:nvPr/>
          </p:nvSpPr>
          <p:spPr>
            <a:xfrm>
              <a:off x="7505250" y="3467388"/>
              <a:ext cx="842400" cy="2688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2"/>
                </a:gs>
                <a:gs pos="4000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R</a:t>
              </a:r>
              <a:endParaRPr b="1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230" name="Google Shape;1230;p65"/>
            <p:cNvSpPr/>
            <p:nvPr/>
          </p:nvSpPr>
          <p:spPr>
            <a:xfrm>
              <a:off x="7505250" y="3877575"/>
              <a:ext cx="842400" cy="2688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A</a:t>
              </a:r>
              <a:endParaRPr b="1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231" name="Google Shape;1231;p65"/>
            <p:cNvSpPr txBox="1"/>
            <p:nvPr/>
          </p:nvSpPr>
          <p:spPr>
            <a:xfrm>
              <a:off x="2109725" y="1752913"/>
              <a:ext cx="1177200" cy="28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Name 1</a:t>
              </a:r>
              <a:endPara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232" name="Google Shape;1232;p65"/>
            <p:cNvSpPr txBox="1"/>
            <p:nvPr/>
          </p:nvSpPr>
          <p:spPr>
            <a:xfrm>
              <a:off x="3846300" y="1752913"/>
              <a:ext cx="1177200" cy="28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Name 2</a:t>
              </a:r>
              <a:endPara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233" name="Google Shape;1233;p65"/>
            <p:cNvSpPr txBox="1"/>
            <p:nvPr/>
          </p:nvSpPr>
          <p:spPr>
            <a:xfrm>
              <a:off x="5592075" y="1752913"/>
              <a:ext cx="1177200" cy="28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Name 3</a:t>
              </a:r>
              <a:endPara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234" name="Google Shape;1234;p65"/>
            <p:cNvSpPr txBox="1"/>
            <p:nvPr/>
          </p:nvSpPr>
          <p:spPr>
            <a:xfrm>
              <a:off x="7337850" y="1752913"/>
              <a:ext cx="1177200" cy="28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Name 4</a:t>
              </a:r>
              <a:endPara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cxnSp>
          <p:nvCxnSpPr>
            <p:cNvPr id="1235" name="Google Shape;1235;p65"/>
            <p:cNvCxnSpPr/>
            <p:nvPr/>
          </p:nvCxnSpPr>
          <p:spPr>
            <a:xfrm>
              <a:off x="1834225" y="2545625"/>
              <a:ext cx="6906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6" name="Google Shape;1236;p65"/>
            <p:cNvCxnSpPr/>
            <p:nvPr/>
          </p:nvCxnSpPr>
          <p:spPr>
            <a:xfrm>
              <a:off x="1834225" y="2967225"/>
              <a:ext cx="6906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7" name="Google Shape;1237;p65"/>
            <p:cNvCxnSpPr/>
            <p:nvPr/>
          </p:nvCxnSpPr>
          <p:spPr>
            <a:xfrm>
              <a:off x="1834225" y="3404000"/>
              <a:ext cx="6906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8" name="Google Shape;1238;p65"/>
            <p:cNvCxnSpPr/>
            <p:nvPr/>
          </p:nvCxnSpPr>
          <p:spPr>
            <a:xfrm>
              <a:off x="1834225" y="3822750"/>
              <a:ext cx="6906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p66"/>
          <p:cNvSpPr/>
          <p:nvPr/>
        </p:nvSpPr>
        <p:spPr>
          <a:xfrm>
            <a:off x="7954745" y="555939"/>
            <a:ext cx="718800" cy="1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Milestones</a:t>
            </a:r>
            <a:endParaRPr sz="9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1244" name="Google Shape;1244;p66"/>
          <p:cNvGrpSpPr/>
          <p:nvPr/>
        </p:nvGrpSpPr>
        <p:grpSpPr>
          <a:xfrm>
            <a:off x="7657338" y="508199"/>
            <a:ext cx="243024" cy="225899"/>
            <a:chOff x="8091822" y="285291"/>
            <a:chExt cx="170400" cy="170400"/>
          </a:xfrm>
        </p:grpSpPr>
        <p:sp>
          <p:nvSpPr>
            <p:cNvPr id="1245" name="Google Shape;1245;p66"/>
            <p:cNvSpPr/>
            <p:nvPr/>
          </p:nvSpPr>
          <p:spPr>
            <a:xfrm>
              <a:off x="8091822" y="285291"/>
              <a:ext cx="170400" cy="170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pic>
          <p:nvPicPr>
            <p:cNvPr id="1246" name="Google Shape;1246;p6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130631" y="324098"/>
              <a:ext cx="92779" cy="9277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47" name="Google Shape;1247;p6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</a:t>
            </a:r>
            <a:r>
              <a:rPr lang="en"/>
              <a:t> Name</a:t>
            </a:r>
            <a:endParaRPr/>
          </a:p>
        </p:txBody>
      </p:sp>
      <p:sp>
        <p:nvSpPr>
          <p:cNvPr id="1248" name="Google Shape;1248;p66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  <p:grpSp>
        <p:nvGrpSpPr>
          <p:cNvPr id="1249" name="Google Shape;1249;p66"/>
          <p:cNvGrpSpPr/>
          <p:nvPr/>
        </p:nvGrpSpPr>
        <p:grpSpPr>
          <a:xfrm>
            <a:off x="201375" y="1226200"/>
            <a:ext cx="8549098" cy="3405900"/>
            <a:chOff x="201375" y="1226200"/>
            <a:chExt cx="8549098" cy="3405900"/>
          </a:xfrm>
        </p:grpSpPr>
        <p:sp>
          <p:nvSpPr>
            <p:cNvPr id="1250" name="Google Shape;1250;p66"/>
            <p:cNvSpPr txBox="1"/>
            <p:nvPr/>
          </p:nvSpPr>
          <p:spPr>
            <a:xfrm>
              <a:off x="201375" y="1986525"/>
              <a:ext cx="13638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Market research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251" name="Google Shape;1251;p66"/>
            <p:cNvSpPr txBox="1"/>
            <p:nvPr/>
          </p:nvSpPr>
          <p:spPr>
            <a:xfrm>
              <a:off x="201375" y="2329000"/>
              <a:ext cx="13638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Specifications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252" name="Google Shape;1252;p66"/>
            <p:cNvSpPr txBox="1"/>
            <p:nvPr/>
          </p:nvSpPr>
          <p:spPr>
            <a:xfrm>
              <a:off x="201375" y="2671475"/>
              <a:ext cx="13638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Planning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253" name="Google Shape;1253;p66"/>
            <p:cNvSpPr txBox="1"/>
            <p:nvPr/>
          </p:nvSpPr>
          <p:spPr>
            <a:xfrm>
              <a:off x="201375" y="3013950"/>
              <a:ext cx="13638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Design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254" name="Google Shape;1254;p66"/>
            <p:cNvSpPr txBox="1"/>
            <p:nvPr/>
          </p:nvSpPr>
          <p:spPr>
            <a:xfrm>
              <a:off x="201375" y="3356425"/>
              <a:ext cx="13638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Development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255" name="Google Shape;1255;p66"/>
            <p:cNvSpPr txBox="1"/>
            <p:nvPr/>
          </p:nvSpPr>
          <p:spPr>
            <a:xfrm>
              <a:off x="201375" y="3698899"/>
              <a:ext cx="13638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Training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256" name="Google Shape;1256;p66"/>
            <p:cNvSpPr txBox="1"/>
            <p:nvPr/>
          </p:nvSpPr>
          <p:spPr>
            <a:xfrm>
              <a:off x="201375" y="4041374"/>
              <a:ext cx="13638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Assessment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257" name="Google Shape;1257;p66"/>
            <p:cNvSpPr txBox="1"/>
            <p:nvPr/>
          </p:nvSpPr>
          <p:spPr>
            <a:xfrm>
              <a:off x="201375" y="4383849"/>
              <a:ext cx="13638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Documentation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cxnSp>
          <p:nvCxnSpPr>
            <p:cNvPr id="1258" name="Google Shape;1258;p66"/>
            <p:cNvCxnSpPr/>
            <p:nvPr/>
          </p:nvCxnSpPr>
          <p:spPr>
            <a:xfrm>
              <a:off x="209473" y="2234700"/>
              <a:ext cx="8541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9" name="Google Shape;1259;p66"/>
            <p:cNvCxnSpPr/>
            <p:nvPr/>
          </p:nvCxnSpPr>
          <p:spPr>
            <a:xfrm>
              <a:off x="209473" y="2577175"/>
              <a:ext cx="8541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0" name="Google Shape;1260;p66"/>
            <p:cNvCxnSpPr/>
            <p:nvPr/>
          </p:nvCxnSpPr>
          <p:spPr>
            <a:xfrm>
              <a:off x="209473" y="2919650"/>
              <a:ext cx="8541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1" name="Google Shape;1261;p66"/>
            <p:cNvCxnSpPr/>
            <p:nvPr/>
          </p:nvCxnSpPr>
          <p:spPr>
            <a:xfrm>
              <a:off x="209473" y="3262125"/>
              <a:ext cx="8541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2" name="Google Shape;1262;p66"/>
            <p:cNvCxnSpPr/>
            <p:nvPr/>
          </p:nvCxnSpPr>
          <p:spPr>
            <a:xfrm>
              <a:off x="209473" y="3604600"/>
              <a:ext cx="8541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3" name="Google Shape;1263;p66"/>
            <p:cNvCxnSpPr/>
            <p:nvPr/>
          </p:nvCxnSpPr>
          <p:spPr>
            <a:xfrm>
              <a:off x="209473" y="3947075"/>
              <a:ext cx="8541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4" name="Google Shape;1264;p66"/>
            <p:cNvCxnSpPr/>
            <p:nvPr/>
          </p:nvCxnSpPr>
          <p:spPr>
            <a:xfrm>
              <a:off x="209473" y="4289550"/>
              <a:ext cx="8541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65" name="Google Shape;1265;p66"/>
            <p:cNvSpPr txBox="1"/>
            <p:nvPr/>
          </p:nvSpPr>
          <p:spPr>
            <a:xfrm>
              <a:off x="1943878" y="1264713"/>
              <a:ext cx="16398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Sora Medium"/>
                  <a:ea typeface="Sora Medium"/>
                  <a:cs typeface="Sora Medium"/>
                  <a:sym typeface="Sora Medium"/>
                </a:rPr>
                <a:t>Month 1</a:t>
              </a:r>
              <a:endPara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endParaRPr>
            </a:p>
          </p:txBody>
        </p:sp>
        <p:sp>
          <p:nvSpPr>
            <p:cNvPr id="1266" name="Google Shape;1266;p66"/>
            <p:cNvSpPr txBox="1"/>
            <p:nvPr/>
          </p:nvSpPr>
          <p:spPr>
            <a:xfrm>
              <a:off x="4334496" y="1264700"/>
              <a:ext cx="16398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Sora Medium"/>
                  <a:ea typeface="Sora Medium"/>
                  <a:cs typeface="Sora Medium"/>
                  <a:sym typeface="Sora Medium"/>
                </a:rPr>
                <a:t>Month 2</a:t>
              </a:r>
              <a:endPara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endParaRPr>
            </a:p>
          </p:txBody>
        </p:sp>
        <p:sp>
          <p:nvSpPr>
            <p:cNvPr id="1267" name="Google Shape;1267;p66"/>
            <p:cNvSpPr txBox="1"/>
            <p:nvPr/>
          </p:nvSpPr>
          <p:spPr>
            <a:xfrm>
              <a:off x="6725113" y="1264713"/>
              <a:ext cx="16398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Sora Medium"/>
                  <a:ea typeface="Sora Medium"/>
                  <a:cs typeface="Sora Medium"/>
                  <a:sym typeface="Sora Medium"/>
                </a:rPr>
                <a:t>Month 3</a:t>
              </a:r>
              <a:endPara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endParaRPr>
            </a:p>
          </p:txBody>
        </p:sp>
        <p:sp>
          <p:nvSpPr>
            <p:cNvPr id="1268" name="Google Shape;1268;p66"/>
            <p:cNvSpPr txBox="1"/>
            <p:nvPr/>
          </p:nvSpPr>
          <p:spPr>
            <a:xfrm>
              <a:off x="1661851" y="1626800"/>
              <a:ext cx="4110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W1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269" name="Google Shape;1269;p66"/>
            <p:cNvSpPr txBox="1"/>
            <p:nvPr/>
          </p:nvSpPr>
          <p:spPr>
            <a:xfrm>
              <a:off x="2259446" y="1626800"/>
              <a:ext cx="4110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W2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270" name="Google Shape;1270;p66"/>
            <p:cNvSpPr txBox="1"/>
            <p:nvPr/>
          </p:nvSpPr>
          <p:spPr>
            <a:xfrm>
              <a:off x="2857107" y="1626800"/>
              <a:ext cx="4110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W3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271" name="Google Shape;1271;p66"/>
            <p:cNvSpPr txBox="1"/>
            <p:nvPr/>
          </p:nvSpPr>
          <p:spPr>
            <a:xfrm>
              <a:off x="3454768" y="1626800"/>
              <a:ext cx="4110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W4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272" name="Google Shape;1272;p66"/>
            <p:cNvSpPr txBox="1"/>
            <p:nvPr/>
          </p:nvSpPr>
          <p:spPr>
            <a:xfrm>
              <a:off x="4052428" y="1626800"/>
              <a:ext cx="4110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W1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273" name="Google Shape;1273;p66"/>
            <p:cNvSpPr txBox="1"/>
            <p:nvPr/>
          </p:nvSpPr>
          <p:spPr>
            <a:xfrm>
              <a:off x="4650024" y="1626800"/>
              <a:ext cx="4110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W2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274" name="Google Shape;1274;p66"/>
            <p:cNvSpPr txBox="1"/>
            <p:nvPr/>
          </p:nvSpPr>
          <p:spPr>
            <a:xfrm>
              <a:off x="5247685" y="1626800"/>
              <a:ext cx="4110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W3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275" name="Google Shape;1275;p66"/>
            <p:cNvSpPr txBox="1"/>
            <p:nvPr/>
          </p:nvSpPr>
          <p:spPr>
            <a:xfrm>
              <a:off x="5845345" y="1626800"/>
              <a:ext cx="4110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W4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276" name="Google Shape;1276;p66"/>
            <p:cNvSpPr txBox="1"/>
            <p:nvPr/>
          </p:nvSpPr>
          <p:spPr>
            <a:xfrm>
              <a:off x="6443019" y="1626800"/>
              <a:ext cx="4110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W1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277" name="Google Shape;1277;p66"/>
            <p:cNvSpPr txBox="1"/>
            <p:nvPr/>
          </p:nvSpPr>
          <p:spPr>
            <a:xfrm>
              <a:off x="7040615" y="1626800"/>
              <a:ext cx="4110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W2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278" name="Google Shape;1278;p66"/>
            <p:cNvSpPr txBox="1"/>
            <p:nvPr/>
          </p:nvSpPr>
          <p:spPr>
            <a:xfrm>
              <a:off x="7638275" y="1626800"/>
              <a:ext cx="4110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W3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279" name="Google Shape;1279;p66"/>
            <p:cNvSpPr txBox="1"/>
            <p:nvPr/>
          </p:nvSpPr>
          <p:spPr>
            <a:xfrm>
              <a:off x="8235936" y="1626800"/>
              <a:ext cx="4110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W4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cxnSp>
          <p:nvCxnSpPr>
            <p:cNvPr id="1280" name="Google Shape;1280;p66"/>
            <p:cNvCxnSpPr/>
            <p:nvPr/>
          </p:nvCxnSpPr>
          <p:spPr>
            <a:xfrm rot="10800000">
              <a:off x="3951450" y="1226200"/>
              <a:ext cx="0" cy="3405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1" name="Google Shape;1281;p66"/>
            <p:cNvCxnSpPr/>
            <p:nvPr/>
          </p:nvCxnSpPr>
          <p:spPr>
            <a:xfrm rot="10800000">
              <a:off x="6349725" y="1226200"/>
              <a:ext cx="0" cy="3405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282" name="Google Shape;1282;p66"/>
            <p:cNvGrpSpPr/>
            <p:nvPr/>
          </p:nvGrpSpPr>
          <p:grpSpPr>
            <a:xfrm>
              <a:off x="4421619" y="1950499"/>
              <a:ext cx="255566" cy="225899"/>
              <a:chOff x="8091822" y="285291"/>
              <a:chExt cx="170400" cy="170400"/>
            </a:xfrm>
          </p:grpSpPr>
          <p:sp>
            <p:nvSpPr>
              <p:cNvPr id="1283" name="Google Shape;1283;p66"/>
              <p:cNvSpPr/>
              <p:nvPr/>
            </p:nvSpPr>
            <p:spPr>
              <a:xfrm>
                <a:off x="8091822" y="285291"/>
                <a:ext cx="170400" cy="170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pic>
            <p:nvPicPr>
              <p:cNvPr id="1284" name="Google Shape;1284;p66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8130631" y="324098"/>
                <a:ext cx="92779" cy="9277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285" name="Google Shape;1285;p66"/>
            <p:cNvGrpSpPr/>
            <p:nvPr/>
          </p:nvGrpSpPr>
          <p:grpSpPr>
            <a:xfrm>
              <a:off x="6817099" y="2977949"/>
              <a:ext cx="255566" cy="225899"/>
              <a:chOff x="8091822" y="285291"/>
              <a:chExt cx="170400" cy="170400"/>
            </a:xfrm>
          </p:grpSpPr>
          <p:sp>
            <p:nvSpPr>
              <p:cNvPr id="1286" name="Google Shape;1286;p66"/>
              <p:cNvSpPr/>
              <p:nvPr/>
            </p:nvSpPr>
            <p:spPr>
              <a:xfrm>
                <a:off x="8091822" y="285291"/>
                <a:ext cx="170400" cy="170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pic>
            <p:nvPicPr>
              <p:cNvPr id="1287" name="Google Shape;1287;p66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8130631" y="324098"/>
                <a:ext cx="92779" cy="9277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288" name="Google Shape;1288;p66"/>
            <p:cNvGrpSpPr/>
            <p:nvPr/>
          </p:nvGrpSpPr>
          <p:grpSpPr>
            <a:xfrm>
              <a:off x="4421619" y="3320411"/>
              <a:ext cx="255566" cy="225899"/>
              <a:chOff x="8091822" y="285291"/>
              <a:chExt cx="170400" cy="170400"/>
            </a:xfrm>
          </p:grpSpPr>
          <p:sp>
            <p:nvSpPr>
              <p:cNvPr id="1289" name="Google Shape;1289;p66"/>
              <p:cNvSpPr/>
              <p:nvPr/>
            </p:nvSpPr>
            <p:spPr>
              <a:xfrm>
                <a:off x="8091822" y="285291"/>
                <a:ext cx="170400" cy="170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pic>
            <p:nvPicPr>
              <p:cNvPr id="1290" name="Google Shape;1290;p66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8130631" y="324098"/>
                <a:ext cx="92779" cy="9277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291" name="Google Shape;1291;p66"/>
            <p:cNvSpPr/>
            <p:nvPr/>
          </p:nvSpPr>
          <p:spPr>
            <a:xfrm>
              <a:off x="1621650" y="1942575"/>
              <a:ext cx="2763300" cy="2337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START DATE - END DATE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292" name="Google Shape;1292;p66"/>
            <p:cNvSpPr/>
            <p:nvPr/>
          </p:nvSpPr>
          <p:spPr>
            <a:xfrm>
              <a:off x="3951450" y="2974050"/>
              <a:ext cx="2822400" cy="2337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START DATE - END DATE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293" name="Google Shape;1293;p66"/>
            <p:cNvSpPr/>
            <p:nvPr/>
          </p:nvSpPr>
          <p:spPr>
            <a:xfrm>
              <a:off x="1621650" y="3316525"/>
              <a:ext cx="2763300" cy="2337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START DATE - END DATE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294" name="Google Shape;1294;p66"/>
            <p:cNvSpPr/>
            <p:nvPr/>
          </p:nvSpPr>
          <p:spPr>
            <a:xfrm>
              <a:off x="1620075" y="3658988"/>
              <a:ext cx="2763300" cy="2337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6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START DATE - END DATE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295" name="Google Shape;1295;p66"/>
            <p:cNvSpPr/>
            <p:nvPr/>
          </p:nvSpPr>
          <p:spPr>
            <a:xfrm>
              <a:off x="5894200" y="4001450"/>
              <a:ext cx="2763300" cy="2337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6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START DATE - END DATE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296" name="Google Shape;1296;p66"/>
            <p:cNvSpPr/>
            <p:nvPr/>
          </p:nvSpPr>
          <p:spPr>
            <a:xfrm>
              <a:off x="4015775" y="4343950"/>
              <a:ext cx="4646700" cy="2337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6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START DATE - END DATE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297" name="Google Shape;1297;p66"/>
            <p:cNvSpPr/>
            <p:nvPr/>
          </p:nvSpPr>
          <p:spPr>
            <a:xfrm>
              <a:off x="1628100" y="2289088"/>
              <a:ext cx="4646700" cy="2337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6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START DATE - END DATE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298" name="Google Shape;1298;p66"/>
            <p:cNvSpPr/>
            <p:nvPr/>
          </p:nvSpPr>
          <p:spPr>
            <a:xfrm>
              <a:off x="1634100" y="2631550"/>
              <a:ext cx="7042200" cy="2337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6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START DATE - END DATE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299" name="Google Shape;1299;p66"/>
          <p:cNvSpPr txBox="1"/>
          <p:nvPr>
            <p:ph idx="2" type="title"/>
          </p:nvPr>
        </p:nvSpPr>
        <p:spPr>
          <a:xfrm>
            <a:off x="115025" y="502775"/>
            <a:ext cx="58290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Roadmap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04" name="Google Shape;1304;p67"/>
          <p:cNvCxnSpPr/>
          <p:nvPr/>
        </p:nvCxnSpPr>
        <p:spPr>
          <a:xfrm>
            <a:off x="526450" y="2378950"/>
            <a:ext cx="7683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5" name="Google Shape;1305;p67"/>
          <p:cNvSpPr/>
          <p:nvPr/>
        </p:nvSpPr>
        <p:spPr>
          <a:xfrm>
            <a:off x="2193888" y="2198351"/>
            <a:ext cx="361200" cy="3612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328613" rotWithShape="0" algn="bl" dir="2700000" dist="28575">
              <a:schemeClr val="accent4">
                <a:alpha val="56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306" name="Google Shape;1306;p67"/>
          <p:cNvSpPr/>
          <p:nvPr/>
        </p:nvSpPr>
        <p:spPr>
          <a:xfrm>
            <a:off x="4058675" y="2198351"/>
            <a:ext cx="361200" cy="36120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342900" rotWithShape="0" algn="bl" dir="5400000" dist="38100">
              <a:schemeClr val="accent3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307" name="Google Shape;1307;p67"/>
          <p:cNvSpPr/>
          <p:nvPr/>
        </p:nvSpPr>
        <p:spPr>
          <a:xfrm>
            <a:off x="5932600" y="2198358"/>
            <a:ext cx="361200" cy="3612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485775" rotWithShape="0" algn="bl" dir="7800000" dist="76200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308" name="Google Shape;1308;p67"/>
          <p:cNvSpPr/>
          <p:nvPr/>
        </p:nvSpPr>
        <p:spPr>
          <a:xfrm>
            <a:off x="7806529" y="1965848"/>
            <a:ext cx="825900" cy="826200"/>
          </a:xfrm>
          <a:prstGeom prst="ellipse">
            <a:avLst/>
          </a:prstGeom>
          <a:solidFill>
            <a:schemeClr val="lt2"/>
          </a:solidFill>
          <a:ln>
            <a:noFill/>
          </a:ln>
          <a:effectLst>
            <a:outerShdw blurRad="342900" rotWithShape="0" algn="bl" dir="5400000" dist="38100">
              <a:schemeClr val="accen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309" name="Google Shape;1309;p67"/>
          <p:cNvSpPr txBox="1"/>
          <p:nvPr/>
        </p:nvSpPr>
        <p:spPr>
          <a:xfrm>
            <a:off x="1961538" y="1733525"/>
            <a:ext cx="8259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rPr>
              <a:t>Step </a:t>
            </a:r>
            <a:r>
              <a:rPr lang="en"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rPr>
              <a:t>1</a:t>
            </a:r>
            <a:endParaRPr sz="1200">
              <a:solidFill>
                <a:schemeClr val="lt1"/>
              </a:solidFill>
              <a:latin typeface="Sora Medium"/>
              <a:ea typeface="Sora Medium"/>
              <a:cs typeface="Sora Medium"/>
              <a:sym typeface="Sora Medium"/>
            </a:endParaRPr>
          </a:p>
        </p:txBody>
      </p:sp>
      <p:sp>
        <p:nvSpPr>
          <p:cNvPr id="1310" name="Google Shape;1310;p67"/>
          <p:cNvSpPr txBox="1"/>
          <p:nvPr/>
        </p:nvSpPr>
        <p:spPr>
          <a:xfrm>
            <a:off x="3826325" y="1733525"/>
            <a:ext cx="8259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rPr>
              <a:t>Step </a:t>
            </a:r>
            <a:r>
              <a:rPr lang="en"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rPr>
              <a:t>2</a:t>
            </a:r>
            <a:endParaRPr sz="1200">
              <a:solidFill>
                <a:schemeClr val="lt1"/>
              </a:solidFill>
              <a:latin typeface="Sora Medium"/>
              <a:ea typeface="Sora Medium"/>
              <a:cs typeface="Sora Medium"/>
              <a:sym typeface="Sora Medium"/>
            </a:endParaRPr>
          </a:p>
        </p:txBody>
      </p:sp>
      <p:sp>
        <p:nvSpPr>
          <p:cNvPr id="1311" name="Google Shape;1311;p67"/>
          <p:cNvSpPr txBox="1"/>
          <p:nvPr/>
        </p:nvSpPr>
        <p:spPr>
          <a:xfrm>
            <a:off x="5700250" y="1696875"/>
            <a:ext cx="8259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rPr>
              <a:t>Step </a:t>
            </a:r>
            <a:r>
              <a:rPr lang="en"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rPr>
              <a:t>3</a:t>
            </a:r>
            <a:endParaRPr sz="1200">
              <a:solidFill>
                <a:schemeClr val="lt1"/>
              </a:solidFill>
              <a:latin typeface="Sora Medium"/>
              <a:ea typeface="Sora Medium"/>
              <a:cs typeface="Sora Medium"/>
              <a:sym typeface="Sora Medium"/>
            </a:endParaRPr>
          </a:p>
        </p:txBody>
      </p:sp>
      <p:sp>
        <p:nvSpPr>
          <p:cNvPr id="1312" name="Google Shape;1312;p67"/>
          <p:cNvSpPr/>
          <p:nvPr/>
        </p:nvSpPr>
        <p:spPr>
          <a:xfrm>
            <a:off x="470109" y="2278000"/>
            <a:ext cx="201900" cy="2019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313" name="Google Shape;1313;p67"/>
          <p:cNvSpPr txBox="1"/>
          <p:nvPr/>
        </p:nvSpPr>
        <p:spPr>
          <a:xfrm>
            <a:off x="1850688" y="2758400"/>
            <a:ext cx="10476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rPr>
              <a:t>Date</a:t>
            </a:r>
            <a:endParaRPr sz="1200">
              <a:solidFill>
                <a:schemeClr val="lt1"/>
              </a:solidFill>
              <a:latin typeface="Sora Medium"/>
              <a:ea typeface="Sora Medium"/>
              <a:cs typeface="Sora Medium"/>
              <a:sym typeface="Sora Medium"/>
            </a:endParaRPr>
          </a:p>
        </p:txBody>
      </p:sp>
      <p:sp>
        <p:nvSpPr>
          <p:cNvPr id="1314" name="Google Shape;1314;p67"/>
          <p:cNvSpPr txBox="1"/>
          <p:nvPr/>
        </p:nvSpPr>
        <p:spPr>
          <a:xfrm>
            <a:off x="1641153" y="3119600"/>
            <a:ext cx="1466700" cy="10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Describe an upcoming phase in the </a:t>
            </a:r>
            <a:r>
              <a:rPr lang="en" sz="1000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p</a:t>
            </a:r>
            <a:r>
              <a:rPr lang="en" sz="1000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roject.</a:t>
            </a:r>
            <a:endParaRPr sz="1000"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1315" name="Google Shape;1315;p67"/>
          <p:cNvSpPr txBox="1"/>
          <p:nvPr/>
        </p:nvSpPr>
        <p:spPr>
          <a:xfrm>
            <a:off x="3715475" y="2758400"/>
            <a:ext cx="10476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rPr>
              <a:t>Date</a:t>
            </a:r>
            <a:endParaRPr sz="1200">
              <a:solidFill>
                <a:schemeClr val="lt1"/>
              </a:solidFill>
              <a:latin typeface="Sora Medium"/>
              <a:ea typeface="Sora Medium"/>
              <a:cs typeface="Sora Medium"/>
              <a:sym typeface="Sora Medium"/>
            </a:endParaRPr>
          </a:p>
        </p:txBody>
      </p:sp>
      <p:sp>
        <p:nvSpPr>
          <p:cNvPr id="1316" name="Google Shape;1316;p67"/>
          <p:cNvSpPr txBox="1"/>
          <p:nvPr/>
        </p:nvSpPr>
        <p:spPr>
          <a:xfrm>
            <a:off x="108600" y="2600575"/>
            <a:ext cx="924900" cy="7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Project start date</a:t>
            </a:r>
            <a:endParaRPr sz="1000"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1317" name="Google Shape;1317;p67"/>
          <p:cNvSpPr txBox="1"/>
          <p:nvPr/>
        </p:nvSpPr>
        <p:spPr>
          <a:xfrm>
            <a:off x="5589400" y="2758400"/>
            <a:ext cx="10476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rPr>
              <a:t>Date</a:t>
            </a:r>
            <a:endParaRPr sz="1200">
              <a:solidFill>
                <a:schemeClr val="lt1"/>
              </a:solidFill>
              <a:latin typeface="Sora Medium"/>
              <a:ea typeface="Sora Medium"/>
              <a:cs typeface="Sora Medium"/>
              <a:sym typeface="Sora Medium"/>
            </a:endParaRPr>
          </a:p>
        </p:txBody>
      </p:sp>
      <p:sp>
        <p:nvSpPr>
          <p:cNvPr id="1318" name="Google Shape;1318;p67"/>
          <p:cNvSpPr txBox="1"/>
          <p:nvPr/>
        </p:nvSpPr>
        <p:spPr>
          <a:xfrm>
            <a:off x="7806525" y="1372325"/>
            <a:ext cx="8259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rPr>
              <a:t>Final Step</a:t>
            </a:r>
            <a:endParaRPr sz="1200">
              <a:solidFill>
                <a:schemeClr val="lt1"/>
              </a:solidFill>
              <a:latin typeface="Sora Medium"/>
              <a:ea typeface="Sora Medium"/>
              <a:cs typeface="Sora Medium"/>
              <a:sym typeface="Sora Medium"/>
            </a:endParaRPr>
          </a:p>
        </p:txBody>
      </p:sp>
      <p:sp>
        <p:nvSpPr>
          <p:cNvPr id="1319" name="Google Shape;1319;p67"/>
          <p:cNvSpPr txBox="1"/>
          <p:nvPr/>
        </p:nvSpPr>
        <p:spPr>
          <a:xfrm>
            <a:off x="7695675" y="2873575"/>
            <a:ext cx="10476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rPr>
              <a:t>Date</a:t>
            </a:r>
            <a:endParaRPr sz="1200">
              <a:solidFill>
                <a:schemeClr val="lt1"/>
              </a:solidFill>
              <a:latin typeface="Sora Medium"/>
              <a:ea typeface="Sora Medium"/>
              <a:cs typeface="Sora Medium"/>
              <a:sym typeface="Sora Medium"/>
            </a:endParaRPr>
          </a:p>
        </p:txBody>
      </p:sp>
      <p:sp>
        <p:nvSpPr>
          <p:cNvPr id="1320" name="Google Shape;1320;p67"/>
          <p:cNvSpPr txBox="1"/>
          <p:nvPr/>
        </p:nvSpPr>
        <p:spPr>
          <a:xfrm>
            <a:off x="7640325" y="3245838"/>
            <a:ext cx="1158300" cy="10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Duplicate this slide if you need more steps. </a:t>
            </a:r>
            <a:endParaRPr sz="1000"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1321" name="Google Shape;1321;p67"/>
          <p:cNvSpPr txBox="1"/>
          <p:nvPr/>
        </p:nvSpPr>
        <p:spPr>
          <a:xfrm>
            <a:off x="3505928" y="3119600"/>
            <a:ext cx="1466700" cy="10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Steps can include further deliverables, team check-ins, etc.</a:t>
            </a:r>
            <a:endParaRPr sz="1000"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1322" name="Google Shape;1322;p67"/>
          <p:cNvSpPr txBox="1"/>
          <p:nvPr/>
        </p:nvSpPr>
        <p:spPr>
          <a:xfrm>
            <a:off x="5347353" y="3119600"/>
            <a:ext cx="1466700" cy="10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Extensions of the current project, client </a:t>
            </a:r>
            <a:r>
              <a:rPr lang="en" sz="1000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meetings</a:t>
            </a:r>
            <a:r>
              <a:rPr lang="en" sz="1000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, etc.</a:t>
            </a:r>
            <a:endParaRPr sz="1000"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1323" name="Google Shape;1323;p6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  <p:sp>
        <p:nvSpPr>
          <p:cNvPr id="1324" name="Google Shape;1324;p6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1325" name="Google Shape;1325;p67"/>
          <p:cNvSpPr txBox="1"/>
          <p:nvPr>
            <p:ph idx="2" type="title"/>
          </p:nvPr>
        </p:nvSpPr>
        <p:spPr>
          <a:xfrm>
            <a:off x="115025" y="502775"/>
            <a:ext cx="39417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9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Google Shape;1330;p68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  <p:sp>
        <p:nvSpPr>
          <p:cNvPr id="1331" name="Google Shape;1331;p68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1332" name="Google Shape;1332;p68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 of step 1</a:t>
            </a:r>
            <a:endParaRPr/>
          </a:p>
        </p:txBody>
      </p:sp>
      <p:sp>
        <p:nvSpPr>
          <p:cNvPr id="1333" name="Google Shape;1333;p68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Describe the current phase of this </a:t>
            </a:r>
            <a:r>
              <a:rPr lang="en"/>
              <a:t>project.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4" name="Google Shape;1334;p68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1335" name="Google Shape;1335;p68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 of step 2</a:t>
            </a:r>
            <a:endParaRPr/>
          </a:p>
        </p:txBody>
      </p:sp>
      <p:sp>
        <p:nvSpPr>
          <p:cNvPr id="1336" name="Google Shape;1336;p68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Describe an upcoming step, such as </a:t>
            </a:r>
            <a:r>
              <a:rPr lang="en"/>
              <a:t>further </a:t>
            </a:r>
            <a:r>
              <a:rPr lang="en"/>
              <a:t>deliver</a:t>
            </a:r>
            <a:r>
              <a:rPr lang="en"/>
              <a:t>ables, check-ins, extensions of the current project, etc.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7" name="Google Shape;1337;p68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1338" name="Google Shape;1338;p68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 of step 3</a:t>
            </a:r>
            <a:endParaRPr/>
          </a:p>
        </p:txBody>
      </p:sp>
      <p:sp>
        <p:nvSpPr>
          <p:cNvPr id="1339" name="Google Shape;1339;p68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as many steps as you want. Duplicate this slide if you need more.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0" name="Google Shape;1340;p68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1341" name="Google Shape;1341;p68"/>
          <p:cNvSpPr/>
          <p:nvPr/>
        </p:nvSpPr>
        <p:spPr>
          <a:xfrm>
            <a:off x="3918675" y="1945113"/>
            <a:ext cx="1408800" cy="3000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accent2"/>
              </a:gs>
              <a:gs pos="40000">
                <a:schemeClr val="accent2"/>
              </a:gs>
              <a:gs pos="100000">
                <a:schemeClr val="lt2"/>
              </a:gs>
            </a:gsLst>
            <a:lin ang="2698631" scaled="0"/>
          </a:gradFill>
          <a:ln>
            <a:noFill/>
          </a:ln>
          <a:effectLst>
            <a:outerShdw blurRad="357188" rotWithShape="0" algn="bl">
              <a:schemeClr val="l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We’re here!</a:t>
            </a:r>
            <a:endParaRPr sz="1200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342" name="Google Shape;1342;p68"/>
          <p:cNvSpPr txBox="1"/>
          <p:nvPr>
            <p:ph idx="13" type="title"/>
          </p:nvPr>
        </p:nvSpPr>
        <p:spPr>
          <a:xfrm>
            <a:off x="115025" y="502775"/>
            <a:ext cx="39417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p69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 questions?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Ask away!</a:t>
            </a:r>
            <a:endParaRPr/>
          </a:p>
        </p:txBody>
      </p:sp>
      <p:sp>
        <p:nvSpPr>
          <p:cNvPr id="1348" name="Google Shape;1348;p69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Let's discuss any doubts or concerns.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If something comes up later, contact </a:t>
            </a:r>
            <a:r>
              <a:rPr lang="en"/>
              <a:t>name</a:t>
            </a:r>
            <a:r>
              <a:rPr lang="en"/>
              <a:t>@example.com</a:t>
            </a:r>
            <a:endParaRPr/>
          </a:p>
        </p:txBody>
      </p:sp>
      <p:sp>
        <p:nvSpPr>
          <p:cNvPr id="1349" name="Google Shape;1349;p69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1350" name="Google Shape;1350;p69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355;p70"/>
          <p:cNvSpPr txBox="1"/>
          <p:nvPr>
            <p:ph type="title"/>
          </p:nvPr>
        </p:nvSpPr>
        <p:spPr>
          <a:xfrm>
            <a:off x="2662050" y="1569925"/>
            <a:ext cx="3819900" cy="10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